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6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ltNode1NoLn">
    <dgm:fillClrLst>
      <a:schemeClr val="accent4">
        <a:tint val="75000"/>
      </a:schemeClr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4"/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5C7A63-9C59-43C9-BA0C-A80CC3904046}" type="doc">
      <dgm:prSet loTypeId="urn:microsoft.com/office/officeart/2005/8/layout/hList1" loCatId="list" qsTypeId="urn:microsoft.com/office/officeart/2005/8/quickstyle/3d2" qsCatId="3D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82C6C41E-39E2-42DB-A329-15F91B537202}">
      <dgm:prSet phldrT="[Text]" phldr="0"/>
      <dgm:spPr/>
      <dgm:t>
        <a:bodyPr/>
        <a:lstStyle/>
        <a:p>
          <a:r>
            <a:rPr lang="en-US" dirty="0"/>
            <a:t>frontend</a:t>
          </a:r>
          <a:endParaRPr lang="en-IN" dirty="0"/>
        </a:p>
      </dgm:t>
    </dgm:pt>
    <dgm:pt modelId="{AF0390D8-3CE3-440D-BF62-1FC9C97C2647}" cxnId="{4351F4F7-5E5D-4BA9-9A9B-32D2FEE6255A}" type="parTrans">
      <dgm:prSet/>
      <dgm:spPr/>
      <dgm:t>
        <a:bodyPr/>
        <a:lstStyle/>
        <a:p>
          <a:endParaRPr lang="en-IN"/>
        </a:p>
      </dgm:t>
    </dgm:pt>
    <dgm:pt modelId="{69B89221-F02E-41E4-8DAC-4B55A7E002DD}" cxnId="{4351F4F7-5E5D-4BA9-9A9B-32D2FEE6255A}" type="sibTrans">
      <dgm:prSet/>
      <dgm:spPr/>
      <dgm:t>
        <a:bodyPr/>
        <a:lstStyle/>
        <a:p>
          <a:endParaRPr lang="en-IN"/>
        </a:p>
      </dgm:t>
    </dgm:pt>
    <dgm:pt modelId="{8C7CEDDD-4E18-452C-9587-1DB722F1703A}">
      <dgm:prSet phldrT="[Text]" phldr="0"/>
      <dgm:spPr/>
      <dgm:t>
        <a:bodyPr/>
        <a:lstStyle/>
        <a:p>
          <a:r>
            <a:rPr lang="en-US" dirty="0"/>
            <a:t>Html</a:t>
          </a:r>
          <a:endParaRPr lang="en-IN" dirty="0"/>
        </a:p>
      </dgm:t>
    </dgm:pt>
    <dgm:pt modelId="{F3625EE1-3CE5-428B-B0DC-604B9DD40578}" cxnId="{C4DF81DA-A06B-4498-A1B2-D3C304690C18}" type="parTrans">
      <dgm:prSet/>
      <dgm:spPr/>
      <dgm:t>
        <a:bodyPr/>
        <a:lstStyle/>
        <a:p>
          <a:endParaRPr lang="en-IN"/>
        </a:p>
      </dgm:t>
    </dgm:pt>
    <dgm:pt modelId="{611DFED5-58BF-4A8C-9A7B-0464F51786BE}" cxnId="{C4DF81DA-A06B-4498-A1B2-D3C304690C18}" type="sibTrans">
      <dgm:prSet/>
      <dgm:spPr/>
      <dgm:t>
        <a:bodyPr/>
        <a:lstStyle/>
        <a:p>
          <a:endParaRPr lang="en-IN"/>
        </a:p>
      </dgm:t>
    </dgm:pt>
    <dgm:pt modelId="{AD28F68C-5B2D-4A48-9A10-FA1E743A345A}">
      <dgm:prSet phldrT="[Text]" phldr="0"/>
      <dgm:spPr/>
      <dgm:t>
        <a:bodyPr/>
        <a:lstStyle/>
        <a:p>
          <a:r>
            <a:rPr lang="en-US" dirty="0" err="1"/>
            <a:t>Css</a:t>
          </a:r>
          <a:endParaRPr lang="en-IN" dirty="0"/>
        </a:p>
      </dgm:t>
    </dgm:pt>
    <dgm:pt modelId="{32350959-0E99-4F94-87B5-E0DFC19CAE5E}" cxnId="{36A1371E-8439-4559-9044-F1CBF62F85CA}" type="parTrans">
      <dgm:prSet/>
      <dgm:spPr/>
      <dgm:t>
        <a:bodyPr/>
        <a:lstStyle/>
        <a:p>
          <a:endParaRPr lang="en-IN"/>
        </a:p>
      </dgm:t>
    </dgm:pt>
    <dgm:pt modelId="{53D84E21-920F-4808-8A90-E125A3AF0BFD}" cxnId="{36A1371E-8439-4559-9044-F1CBF62F85CA}" type="sibTrans">
      <dgm:prSet/>
      <dgm:spPr/>
      <dgm:t>
        <a:bodyPr/>
        <a:lstStyle/>
        <a:p>
          <a:endParaRPr lang="en-IN"/>
        </a:p>
      </dgm:t>
    </dgm:pt>
    <dgm:pt modelId="{C2EE55D4-36D6-4BFB-8285-1B4CE33C6D37}">
      <dgm:prSet phldrT="[Text]" phldr="0"/>
      <dgm:spPr/>
      <dgm:t>
        <a:bodyPr/>
        <a:lstStyle/>
        <a:p>
          <a:r>
            <a:rPr lang="en-US" dirty="0" err="1"/>
            <a:t>Javascript</a:t>
          </a:r>
          <a:endParaRPr lang="en-IN" dirty="0"/>
        </a:p>
      </dgm:t>
    </dgm:pt>
    <dgm:pt modelId="{449BF151-E311-4D94-AEC6-5A7D8EBCC033}" cxnId="{2190E5A4-CC43-464C-96A2-33D0C3C782D9}" type="parTrans">
      <dgm:prSet/>
      <dgm:spPr/>
      <dgm:t>
        <a:bodyPr/>
        <a:lstStyle/>
        <a:p>
          <a:endParaRPr lang="en-IN"/>
        </a:p>
      </dgm:t>
    </dgm:pt>
    <dgm:pt modelId="{C2A77781-EF22-4E58-B108-FCF97CF3B382}" cxnId="{2190E5A4-CC43-464C-96A2-33D0C3C782D9}" type="sibTrans">
      <dgm:prSet/>
      <dgm:spPr/>
      <dgm:t>
        <a:bodyPr/>
        <a:lstStyle/>
        <a:p>
          <a:endParaRPr lang="en-IN"/>
        </a:p>
      </dgm:t>
    </dgm:pt>
    <dgm:pt modelId="{6B9BAE2F-F13F-461E-8B8A-A15672D1CE0F}">
      <dgm:prSet phldrT="[Text]" phldr="0"/>
      <dgm:spPr/>
      <dgm:t>
        <a:bodyPr/>
        <a:lstStyle/>
        <a:p>
          <a:r>
            <a:rPr lang="en-US" dirty="0"/>
            <a:t>3D</a:t>
          </a:r>
          <a:r>
            <a:rPr lang="en-IN" dirty="0"/>
            <a:t> interactive interface</a:t>
          </a:r>
        </a:p>
      </dgm:t>
    </dgm:pt>
    <dgm:pt modelId="{37FC56EE-9C14-4FD8-9738-DED4B562EA7B}" cxnId="{45822D7A-F053-45D7-84C1-E91F8A9E673E}" type="parTrans">
      <dgm:prSet/>
      <dgm:spPr/>
      <dgm:t>
        <a:bodyPr/>
        <a:lstStyle/>
        <a:p>
          <a:endParaRPr lang="en-IN"/>
        </a:p>
      </dgm:t>
    </dgm:pt>
    <dgm:pt modelId="{3AEB1B66-844E-43B3-AF10-9E6640EB8BD4}" cxnId="{45822D7A-F053-45D7-84C1-E91F8A9E673E}" type="sibTrans">
      <dgm:prSet/>
      <dgm:spPr/>
      <dgm:t>
        <a:bodyPr/>
        <a:lstStyle/>
        <a:p>
          <a:endParaRPr lang="en-IN"/>
        </a:p>
      </dgm:t>
    </dgm:pt>
    <dgm:pt modelId="{9A8AABF9-7E4B-4C96-BB16-145AFAFB9596}">
      <dgm:prSet phldrT="[Text]" phldr="0"/>
      <dgm:spPr/>
      <dgm:t>
        <a:bodyPr/>
        <a:lstStyle/>
        <a:p>
          <a:r>
            <a:rPr lang="en-US" dirty="0"/>
            <a:t>AI/NLP</a:t>
          </a:r>
          <a:endParaRPr lang="en-IN" dirty="0"/>
        </a:p>
      </dgm:t>
    </dgm:pt>
    <dgm:pt modelId="{0FAFFC9E-D337-4CF7-8180-4AD847E4DF8D}" cxnId="{D7138EFC-97CF-40B7-ADB1-5104A55089EC}" type="parTrans">
      <dgm:prSet/>
      <dgm:spPr/>
      <dgm:t>
        <a:bodyPr/>
        <a:lstStyle/>
        <a:p>
          <a:endParaRPr lang="en-IN"/>
        </a:p>
      </dgm:t>
    </dgm:pt>
    <dgm:pt modelId="{4EE1A585-D965-47EC-9CE5-FC44548844AE}" cxnId="{D7138EFC-97CF-40B7-ADB1-5104A55089EC}" type="sibTrans">
      <dgm:prSet/>
      <dgm:spPr/>
      <dgm:t>
        <a:bodyPr/>
        <a:lstStyle/>
        <a:p>
          <a:endParaRPr lang="en-IN"/>
        </a:p>
      </dgm:t>
    </dgm:pt>
    <dgm:pt modelId="{69D5B607-571D-4427-BDBD-BCFEDC679C91}">
      <dgm:prSet phldrT="[Text]" phldr="0"/>
      <dgm:spPr/>
      <dgm:t>
        <a:bodyPr/>
        <a:lstStyle/>
        <a:p>
          <a:r>
            <a:rPr lang="en-US" dirty="0"/>
            <a:t>Python</a:t>
          </a:r>
          <a:endParaRPr lang="en-IN" dirty="0"/>
        </a:p>
      </dgm:t>
    </dgm:pt>
    <dgm:pt modelId="{EE929B57-B54B-46D7-B7CF-F6B2D383DEF2}" cxnId="{E109C19C-21DD-40E2-8BC5-D46BA5182861}" type="parTrans">
      <dgm:prSet/>
      <dgm:spPr/>
      <dgm:t>
        <a:bodyPr/>
        <a:lstStyle/>
        <a:p>
          <a:endParaRPr lang="en-IN"/>
        </a:p>
      </dgm:t>
    </dgm:pt>
    <dgm:pt modelId="{AC76D852-708B-45A1-BE63-9A8068F95111}" cxnId="{E109C19C-21DD-40E2-8BC5-D46BA5182861}" type="sibTrans">
      <dgm:prSet/>
      <dgm:spPr/>
      <dgm:t>
        <a:bodyPr/>
        <a:lstStyle/>
        <a:p>
          <a:endParaRPr lang="en-IN"/>
        </a:p>
      </dgm:t>
    </dgm:pt>
    <dgm:pt modelId="{78E15C42-4B64-4544-9FB6-89FAFC92F1C6}">
      <dgm:prSet phldrT="[Text]" phldr="0"/>
      <dgm:spPr/>
      <dgm:t>
        <a:bodyPr/>
        <a:lstStyle/>
        <a:p>
          <a:r>
            <a:rPr lang="en-US" dirty="0" err="1"/>
            <a:t>spaCy</a:t>
          </a:r>
          <a:r>
            <a:rPr lang="en-US" dirty="0"/>
            <a:t> NER</a:t>
          </a:r>
          <a:endParaRPr lang="en-IN" dirty="0"/>
        </a:p>
      </dgm:t>
    </dgm:pt>
    <dgm:pt modelId="{87EF5348-245B-4264-9990-BAA496AD961F}" cxnId="{C6EDA121-F813-4CD3-A531-4CB8280BD910}" type="parTrans">
      <dgm:prSet/>
      <dgm:spPr/>
      <dgm:t>
        <a:bodyPr/>
        <a:lstStyle/>
        <a:p>
          <a:endParaRPr lang="en-IN"/>
        </a:p>
      </dgm:t>
    </dgm:pt>
    <dgm:pt modelId="{51E0E706-8DC0-4C62-83C1-B2AEEDD6F4C1}" cxnId="{C6EDA121-F813-4CD3-A531-4CB8280BD910}" type="sibTrans">
      <dgm:prSet/>
      <dgm:spPr/>
      <dgm:t>
        <a:bodyPr/>
        <a:lstStyle/>
        <a:p>
          <a:endParaRPr lang="en-IN"/>
        </a:p>
      </dgm:t>
    </dgm:pt>
    <dgm:pt modelId="{D4C2EC9A-07F9-4F6C-BC3E-1C6C07103F7A}">
      <dgm:prSet phldrT="[Text]" phldr="0"/>
      <dgm:spPr/>
      <dgm:t>
        <a:bodyPr/>
        <a:lstStyle/>
        <a:p>
          <a:r>
            <a:rPr lang="en-US" dirty="0"/>
            <a:t>Local LLM</a:t>
          </a:r>
          <a:endParaRPr lang="en-IN" dirty="0"/>
        </a:p>
      </dgm:t>
    </dgm:pt>
    <dgm:pt modelId="{0DCDAF26-296B-4471-B23A-FEA3144A6A92}" cxnId="{F9058D17-5C70-4D6D-ABD5-E7783F96C871}" type="parTrans">
      <dgm:prSet/>
      <dgm:spPr/>
      <dgm:t>
        <a:bodyPr/>
        <a:lstStyle/>
        <a:p>
          <a:endParaRPr lang="en-IN"/>
        </a:p>
      </dgm:t>
    </dgm:pt>
    <dgm:pt modelId="{A20991F4-4141-4C55-9245-1F135E0175BD}" cxnId="{F9058D17-5C70-4D6D-ABD5-E7783F96C871}" type="sibTrans">
      <dgm:prSet/>
      <dgm:spPr/>
      <dgm:t>
        <a:bodyPr/>
        <a:lstStyle/>
        <a:p>
          <a:endParaRPr lang="en-IN"/>
        </a:p>
      </dgm:t>
    </dgm:pt>
    <dgm:pt modelId="{4ACABE66-68D8-40D9-B4FD-5BE0D475D1F2}">
      <dgm:prSet phldrT="[Text]" phldr="0"/>
      <dgm:spPr/>
      <dgm:t>
        <a:bodyPr/>
        <a:lstStyle/>
        <a:p>
          <a:r>
            <a:rPr lang="en-US" dirty="0"/>
            <a:t>Secure API</a:t>
          </a:r>
          <a:endParaRPr lang="en-IN" dirty="0"/>
        </a:p>
      </dgm:t>
    </dgm:pt>
    <dgm:pt modelId="{80ED4E72-45DD-4E9F-BF44-A397E1C7A2AD}" cxnId="{EE3624FE-FF1C-477E-A126-77E7E41C91B6}" type="parTrans">
      <dgm:prSet/>
      <dgm:spPr/>
      <dgm:t>
        <a:bodyPr/>
        <a:lstStyle/>
        <a:p>
          <a:endParaRPr lang="en-IN"/>
        </a:p>
      </dgm:t>
    </dgm:pt>
    <dgm:pt modelId="{AEFBC0D3-1C13-4DCF-9F27-182A124A939E}" cxnId="{EE3624FE-FF1C-477E-A126-77E7E41C91B6}" type="sibTrans">
      <dgm:prSet/>
      <dgm:spPr/>
      <dgm:t>
        <a:bodyPr/>
        <a:lstStyle/>
        <a:p>
          <a:endParaRPr lang="en-IN"/>
        </a:p>
      </dgm:t>
    </dgm:pt>
    <dgm:pt modelId="{BB9EED22-F8AF-4991-AEDE-C8808E4D98DC}">
      <dgm:prSet phldrT="[Text]" phldr="0"/>
      <dgm:spPr/>
      <dgm:t>
        <a:bodyPr/>
        <a:lstStyle/>
        <a:p>
          <a:r>
            <a:rPr lang="en-US" dirty="0"/>
            <a:t>Agent Layer</a:t>
          </a:r>
          <a:endParaRPr lang="en-IN" dirty="0"/>
        </a:p>
      </dgm:t>
    </dgm:pt>
    <dgm:pt modelId="{95BFC6B0-1FC6-41BB-B0ED-34A7C744662A}" cxnId="{69FD4179-8683-4821-AAB0-00A4B9852994}" type="parTrans">
      <dgm:prSet/>
      <dgm:spPr/>
      <dgm:t>
        <a:bodyPr/>
        <a:lstStyle/>
        <a:p>
          <a:endParaRPr lang="en-IN"/>
        </a:p>
      </dgm:t>
    </dgm:pt>
    <dgm:pt modelId="{CDB17CDB-A55F-4FB4-AD40-8E0A7B14F092}" cxnId="{69FD4179-8683-4821-AAB0-00A4B9852994}" type="sibTrans">
      <dgm:prSet/>
      <dgm:spPr/>
      <dgm:t>
        <a:bodyPr/>
        <a:lstStyle/>
        <a:p>
          <a:endParaRPr lang="en-IN"/>
        </a:p>
      </dgm:t>
    </dgm:pt>
    <dgm:pt modelId="{E605868E-FACF-42E1-9675-DC4DC71AFC15}">
      <dgm:prSet phldrT="[Text]" phldr="0"/>
      <dgm:spPr/>
      <dgm:t>
        <a:bodyPr/>
        <a:lstStyle/>
        <a:p>
          <a:r>
            <a:rPr lang="en-US" dirty="0"/>
            <a:t>Privacy Agent</a:t>
          </a:r>
          <a:endParaRPr lang="en-IN" dirty="0"/>
        </a:p>
      </dgm:t>
    </dgm:pt>
    <dgm:pt modelId="{FDAD283E-73EE-4835-93AA-9D83579A3430}" cxnId="{D8715D6F-9230-4350-974E-BFC0C4B12201}" type="parTrans">
      <dgm:prSet/>
      <dgm:spPr/>
      <dgm:t>
        <a:bodyPr/>
        <a:lstStyle/>
        <a:p>
          <a:endParaRPr lang="en-IN"/>
        </a:p>
      </dgm:t>
    </dgm:pt>
    <dgm:pt modelId="{714E51D5-7925-4ADF-BDD2-C6811B4B354F}" cxnId="{D8715D6F-9230-4350-974E-BFC0C4B12201}" type="sibTrans">
      <dgm:prSet/>
      <dgm:spPr/>
      <dgm:t>
        <a:bodyPr/>
        <a:lstStyle/>
        <a:p>
          <a:endParaRPr lang="en-IN"/>
        </a:p>
      </dgm:t>
    </dgm:pt>
    <dgm:pt modelId="{F3959560-608A-4711-BBA8-F30A24A4979F}">
      <dgm:prSet phldrT="[Text]" phldr="0"/>
      <dgm:spPr/>
      <dgm:t>
        <a:bodyPr/>
        <a:lstStyle/>
        <a:p>
          <a:r>
            <a:rPr lang="en-US" dirty="0"/>
            <a:t>Audit</a:t>
          </a:r>
          <a:endParaRPr lang="en-IN" dirty="0"/>
        </a:p>
      </dgm:t>
    </dgm:pt>
    <dgm:pt modelId="{C3EB2ACC-A15A-4048-AF96-103AFDFFD701}" cxnId="{9DF20BD2-C5D5-43F4-81A9-B49E49062F5B}" type="parTrans">
      <dgm:prSet/>
      <dgm:spPr/>
      <dgm:t>
        <a:bodyPr/>
        <a:lstStyle/>
        <a:p>
          <a:endParaRPr lang="en-IN"/>
        </a:p>
      </dgm:t>
    </dgm:pt>
    <dgm:pt modelId="{99C846A1-4877-4C40-A6E6-112A8CE18A87}" cxnId="{9DF20BD2-C5D5-43F4-81A9-B49E49062F5B}" type="sibTrans">
      <dgm:prSet/>
      <dgm:spPr/>
      <dgm:t>
        <a:bodyPr/>
        <a:lstStyle/>
        <a:p>
          <a:endParaRPr lang="en-IN"/>
        </a:p>
      </dgm:t>
    </dgm:pt>
    <dgm:pt modelId="{3AD4B4D4-AC40-409A-A419-4E7FB1594DEE}">
      <dgm:prSet phldrT="[Text]" phldr="0"/>
      <dgm:spPr/>
      <dgm:t>
        <a:bodyPr/>
        <a:lstStyle/>
        <a:p>
          <a:r>
            <a:rPr lang="en-US" dirty="0"/>
            <a:t>Explainability layer</a:t>
          </a:r>
          <a:endParaRPr lang="en-IN" dirty="0"/>
        </a:p>
      </dgm:t>
    </dgm:pt>
    <dgm:pt modelId="{8C731B1F-3255-45CE-8661-37C6FE4FE5BE}" cxnId="{71BA0F55-8378-4482-B5F5-578492C0479E}" type="parTrans">
      <dgm:prSet/>
      <dgm:spPr/>
      <dgm:t>
        <a:bodyPr/>
        <a:lstStyle/>
        <a:p>
          <a:endParaRPr lang="en-IN"/>
        </a:p>
      </dgm:t>
    </dgm:pt>
    <dgm:pt modelId="{23F6C1C3-6061-4C49-A52F-2E1886D890CD}" cxnId="{71BA0F55-8378-4482-B5F5-578492C0479E}" type="sibTrans">
      <dgm:prSet/>
      <dgm:spPr/>
      <dgm:t>
        <a:bodyPr/>
        <a:lstStyle/>
        <a:p>
          <a:endParaRPr lang="en-IN"/>
        </a:p>
      </dgm:t>
    </dgm:pt>
    <dgm:pt modelId="{893A4F96-F926-4F73-BABE-64EDDA50A997}">
      <dgm:prSet phldrT="[Text]" phldr="0"/>
      <dgm:spPr/>
      <dgm:t>
        <a:bodyPr/>
        <a:lstStyle/>
        <a:p>
          <a:r>
            <a:rPr lang="en-US" dirty="0"/>
            <a:t>AI Model </a:t>
          </a:r>
          <a:endParaRPr lang="en-IN" dirty="0"/>
        </a:p>
      </dgm:t>
    </dgm:pt>
    <dgm:pt modelId="{297DBDEE-65FF-43F0-BBC5-B525EC1CEE2C}" cxnId="{BF1BE379-D5EB-492F-AB0B-EB73F6BC4318}" type="parTrans">
      <dgm:prSet/>
      <dgm:spPr/>
      <dgm:t>
        <a:bodyPr/>
        <a:lstStyle/>
        <a:p>
          <a:endParaRPr lang="en-IN"/>
        </a:p>
      </dgm:t>
    </dgm:pt>
    <dgm:pt modelId="{E8C39B0A-A9EA-4544-A1E9-BFF7BCC810DD}" cxnId="{BF1BE379-D5EB-492F-AB0B-EB73F6BC4318}" type="sibTrans">
      <dgm:prSet/>
      <dgm:spPr/>
      <dgm:t>
        <a:bodyPr/>
        <a:lstStyle/>
        <a:p>
          <a:endParaRPr lang="en-IN"/>
        </a:p>
      </dgm:t>
    </dgm:pt>
    <dgm:pt modelId="{5729A46C-9690-4A0B-9F90-CD59AE5E003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IN" dirty="0"/>
            <a:t>G</a:t>
          </a:r>
          <a:r>
            <a:rPr lang="en-US" altLang="en-IN" dirty="0"/>
            <a:t>roq Cloud</a:t>
          </a:r>
          <a:endParaRPr lang="en-US" altLang="en-IN" dirty="0"/>
        </a:p>
      </dgm:t>
    </dgm:pt>
    <dgm:pt modelId="{85C8CEC9-B9E1-44BB-B15B-CB508A267B41}" cxnId="{2AC24323-21A1-4665-9D0C-0A7378846394}" type="parTrans">
      <dgm:prSet/>
      <dgm:spPr/>
      <dgm:t>
        <a:bodyPr/>
        <a:lstStyle/>
        <a:p>
          <a:endParaRPr lang="en-IN"/>
        </a:p>
      </dgm:t>
    </dgm:pt>
    <dgm:pt modelId="{D0396CF3-B02B-437B-A8FC-6B595ACB699D}" cxnId="{2AC24323-21A1-4665-9D0C-0A7378846394}" type="sibTrans">
      <dgm:prSet/>
      <dgm:spPr/>
      <dgm:t>
        <a:bodyPr/>
        <a:lstStyle/>
        <a:p>
          <a:endParaRPr lang="en-IN"/>
        </a:p>
      </dgm:t>
    </dgm:pt>
    <dgm:pt modelId="{36416388-0659-4A43-82E7-6B1F1E8B7181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IN" dirty="0"/>
            <a:t>qwen/qwen3.6-27b</a:t>
          </a:r>
          <a:r>
            <a:rPr lang="en-US" altLang="en-IN" dirty="0"/>
            <a:t/>
          </a:r>
          <a:endParaRPr lang="en-US" altLang="en-IN" dirty="0"/>
        </a:p>
      </dgm:t>
    </dgm:pt>
    <dgm:pt modelId="{91E81DF9-41D6-4B6C-A7AE-9C920DD18F39}" cxnId="{EF45A3D3-5445-4478-9580-B10F23532CC2}" type="parTrans">
      <dgm:prSet/>
      <dgm:spPr/>
    </dgm:pt>
    <dgm:pt modelId="{D239B6EC-591C-4C85-B57D-1A87496FA298}" cxnId="{EF45A3D3-5445-4478-9580-B10F23532CC2}" type="sibTrans">
      <dgm:prSet/>
      <dgm:spPr/>
    </dgm:pt>
    <dgm:pt modelId="{270E6C90-259E-4542-9F65-B511FBC83D06}">
      <dgm:prSet phldrT="[Text]" phldr="0"/>
      <dgm:spPr/>
      <dgm:t>
        <a:bodyPr/>
        <a:lstStyle/>
        <a:p>
          <a:r>
            <a:rPr lang="en-US" dirty="0"/>
            <a:t>Backend</a:t>
          </a:r>
          <a:endParaRPr lang="en-IN" dirty="0"/>
        </a:p>
      </dgm:t>
    </dgm:pt>
    <dgm:pt modelId="{A5F19F79-63DC-4074-A3E1-C85980982DA4}" cxnId="{864956CA-6232-436B-98BC-DBC60D2DFFF5}" type="parTrans">
      <dgm:prSet/>
      <dgm:spPr/>
      <dgm:t>
        <a:bodyPr/>
        <a:lstStyle/>
        <a:p>
          <a:endParaRPr lang="en-IN"/>
        </a:p>
      </dgm:t>
    </dgm:pt>
    <dgm:pt modelId="{CDCEFA03-E040-451F-93D1-87FB23C1D43A}" cxnId="{864956CA-6232-436B-98BC-DBC60D2DFFF5}" type="sibTrans">
      <dgm:prSet/>
      <dgm:spPr/>
      <dgm:t>
        <a:bodyPr/>
        <a:lstStyle/>
        <a:p>
          <a:endParaRPr lang="en-IN"/>
        </a:p>
      </dgm:t>
    </dgm:pt>
    <dgm:pt modelId="{AB5E4C17-6D57-4489-9FE5-00D60924918F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dirty="0"/>
            <a:t>Fast API</a:t>
          </a:r>
          <a:r>
            <a:rPr lang="en-IN" dirty="0"/>
            <a:t/>
          </a:r>
          <a:endParaRPr lang="en-IN" dirty="0"/>
        </a:p>
      </dgm:t>
    </dgm:pt>
    <dgm:pt modelId="{8E349834-32A5-405C-9D28-9D6B4BC8710C}" cxnId="{08F795A7-8D0B-4D43-A4D1-77964E788B95}" type="parTrans">
      <dgm:prSet/>
      <dgm:spPr/>
      <dgm:t>
        <a:bodyPr/>
        <a:lstStyle/>
        <a:p>
          <a:endParaRPr lang="en-IN"/>
        </a:p>
      </dgm:t>
    </dgm:pt>
    <dgm:pt modelId="{093CE734-991B-4AE2-884C-82D9FF420A27}" cxnId="{08F795A7-8D0B-4D43-A4D1-77964E788B95}" type="sibTrans">
      <dgm:prSet/>
      <dgm:spPr/>
      <dgm:t>
        <a:bodyPr/>
        <a:lstStyle/>
        <a:p>
          <a:endParaRPr lang="en-IN"/>
        </a:p>
      </dgm:t>
    </dgm:pt>
    <dgm:pt modelId="{20194847-F3B8-4EB5-8DE4-426FD160A35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IN" dirty="0"/>
            <a:t>PostgreSQL</a:t>
          </a:r>
          <a:endParaRPr lang="en-US" altLang="en-IN" dirty="0"/>
        </a:p>
      </dgm:t>
    </dgm:pt>
    <dgm:pt modelId="{0E854F02-812E-4666-A838-B9072BD00C97}" cxnId="{20D99FB1-CA06-44B5-A516-E7C09F054330}" type="parTrans">
      <dgm:prSet/>
      <dgm:spPr/>
    </dgm:pt>
    <dgm:pt modelId="{18EC04AD-5FD6-4C1E-8B51-1A0EC8190974}" cxnId="{20D99FB1-CA06-44B5-A516-E7C09F054330}" type="sibTrans">
      <dgm:prSet/>
      <dgm:spPr/>
    </dgm:pt>
    <dgm:pt modelId="{DBFF0C1E-9892-439A-81B4-385DF975C1A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IN" dirty="0"/>
            <a:t>JWT Auth</a:t>
          </a:r>
          <a:endParaRPr lang="en-US" altLang="en-IN" dirty="0"/>
        </a:p>
      </dgm:t>
    </dgm:pt>
    <dgm:pt modelId="{1D3CF74F-17FA-416B-BC7D-D7448100CD31}" cxnId="{22CBC1B1-13FE-4242-BC4B-C49C37832246}" type="parTrans">
      <dgm:prSet/>
      <dgm:spPr/>
    </dgm:pt>
    <dgm:pt modelId="{4D18404E-B7A0-4D94-8E4E-8A8B647EC44A}" cxnId="{22CBC1B1-13FE-4242-BC4B-C49C37832246}" type="sibTrans">
      <dgm:prSet/>
      <dgm:spPr/>
    </dgm:pt>
    <dgm:pt modelId="{209F9171-4BF2-464C-A5A1-91B982F94A0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en-IN" dirty="0"/>
            <a:t>pypdf</a:t>
          </a:r>
          <a:r>
            <a:rPr lang="en-US" altLang="en-IN" dirty="0"/>
            <a:t/>
          </a:r>
          <a:endParaRPr lang="en-US" altLang="en-IN" dirty="0"/>
        </a:p>
      </dgm:t>
    </dgm:pt>
    <dgm:pt modelId="{2B1068BC-27EF-4E70-B38C-AACFB2B5ED70}" cxnId="{A6857BB9-7BE7-4539-8DB6-28D57276061D}" type="parTrans">
      <dgm:prSet/>
      <dgm:spPr/>
    </dgm:pt>
    <dgm:pt modelId="{AE96E907-FD02-415B-B4D1-18FB297909E8}" cxnId="{A6857BB9-7BE7-4539-8DB6-28D57276061D}" type="sibTrans">
      <dgm:prSet/>
      <dgm:spPr/>
    </dgm:pt>
    <dgm:pt modelId="{FD40C166-0975-4623-8F73-DF2A882FE254}" type="pres">
      <dgm:prSet presAssocID="{B05C7A63-9C59-43C9-BA0C-A80CC3904046}" presName="Name0" presStyleCnt="0">
        <dgm:presLayoutVars>
          <dgm:dir/>
          <dgm:animLvl val="lvl"/>
          <dgm:resizeHandles val="exact"/>
        </dgm:presLayoutVars>
      </dgm:prSet>
      <dgm:spPr/>
    </dgm:pt>
    <dgm:pt modelId="{6E1CB086-9006-4376-838F-D2F38B0296EB}" type="pres">
      <dgm:prSet presAssocID="{82C6C41E-39E2-42DB-A329-15F91B537202}" presName="composite" presStyleCnt="0"/>
      <dgm:spPr/>
    </dgm:pt>
    <dgm:pt modelId="{95D00F4F-FB33-4E5C-B3E5-57F0AD607F04}" type="pres">
      <dgm:prSet presAssocID="{82C6C41E-39E2-42DB-A329-15F91B537202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D73D946A-BA15-426A-B321-7D389A80284F}" type="pres">
      <dgm:prSet presAssocID="{82C6C41E-39E2-42DB-A329-15F91B537202}" presName="desTx" presStyleLbl="alignAccFollowNode1" presStyleIdx="0" presStyleCnt="5" custLinFactNeighborX="-261" custLinFactNeighborY="-377">
        <dgm:presLayoutVars>
          <dgm:bulletEnabled val="1"/>
        </dgm:presLayoutVars>
      </dgm:prSet>
      <dgm:spPr/>
    </dgm:pt>
    <dgm:pt modelId="{D5D0775E-DE73-4CB3-A325-7DFA2D2B6F70}" type="pres">
      <dgm:prSet presAssocID="{69B89221-F02E-41E4-8DAC-4B55A7E002DD}" presName="space" presStyleCnt="0"/>
      <dgm:spPr/>
    </dgm:pt>
    <dgm:pt modelId="{FADF3856-813B-4DC9-A30E-E262EF507DAA}" type="pres">
      <dgm:prSet presAssocID="{9A8AABF9-7E4B-4C96-BB16-145AFAFB9596}" presName="composite" presStyleCnt="0"/>
      <dgm:spPr/>
    </dgm:pt>
    <dgm:pt modelId="{5B8AA086-641B-408F-9FE5-0912765D864F}" type="pres">
      <dgm:prSet presAssocID="{9A8AABF9-7E4B-4C96-BB16-145AFAFB9596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436606BD-1760-4F69-B732-42E31F8F6A35}" type="pres">
      <dgm:prSet presAssocID="{9A8AABF9-7E4B-4C96-BB16-145AFAFB9596}" presName="desTx" presStyleLbl="alignAccFollowNode1" presStyleIdx="1" presStyleCnt="5">
        <dgm:presLayoutVars>
          <dgm:bulletEnabled val="1"/>
        </dgm:presLayoutVars>
      </dgm:prSet>
      <dgm:spPr/>
    </dgm:pt>
    <dgm:pt modelId="{6F3DD3C8-2435-4091-84CC-2AE6DDFE42F7}" type="pres">
      <dgm:prSet presAssocID="{4EE1A585-D965-47EC-9CE5-FC44548844AE}" presName="space" presStyleCnt="0"/>
      <dgm:spPr/>
    </dgm:pt>
    <dgm:pt modelId="{946F2C5A-D73C-4684-A6B6-37493AEEC511}" type="pres">
      <dgm:prSet presAssocID="{BB9EED22-F8AF-4991-AEDE-C8808E4D98DC}" presName="composite" presStyleCnt="0"/>
      <dgm:spPr/>
    </dgm:pt>
    <dgm:pt modelId="{FF96E01E-A35F-4F93-88EC-4C07A122928E}" type="pres">
      <dgm:prSet presAssocID="{BB9EED22-F8AF-4991-AEDE-C8808E4D98DC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44ED2509-FD8E-4164-A3D4-1876E567AE94}" type="pres">
      <dgm:prSet presAssocID="{BB9EED22-F8AF-4991-AEDE-C8808E4D98DC}" presName="desTx" presStyleLbl="alignAccFollowNode1" presStyleIdx="2" presStyleCnt="5">
        <dgm:presLayoutVars>
          <dgm:bulletEnabled val="1"/>
        </dgm:presLayoutVars>
      </dgm:prSet>
      <dgm:spPr/>
    </dgm:pt>
    <dgm:pt modelId="{0D5063CF-2D15-452F-A37D-17A7245CA235}" type="pres">
      <dgm:prSet presAssocID="{CDB17CDB-A55F-4FB4-AD40-8E0A7B14F092}" presName="space" presStyleCnt="0"/>
      <dgm:spPr/>
    </dgm:pt>
    <dgm:pt modelId="{DF61DDED-2CC5-4C5C-8257-4903E1F7960F}" type="pres">
      <dgm:prSet presAssocID="{893A4F96-F926-4F73-BABE-64EDDA50A997}" presName="composite" presStyleCnt="0"/>
      <dgm:spPr/>
    </dgm:pt>
    <dgm:pt modelId="{45639D4C-3F46-4FC9-AA8B-96F73AC36ECF}" type="pres">
      <dgm:prSet presAssocID="{893A4F96-F926-4F73-BABE-64EDDA50A997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495E17D9-7B51-4C52-8C2E-2FDF2A7D5297}" type="pres">
      <dgm:prSet presAssocID="{893A4F96-F926-4F73-BABE-64EDDA50A997}" presName="desTx" presStyleLbl="alignAccFollowNode1" presStyleIdx="3" presStyleCnt="5">
        <dgm:presLayoutVars>
          <dgm:bulletEnabled val="1"/>
        </dgm:presLayoutVars>
      </dgm:prSet>
      <dgm:spPr/>
    </dgm:pt>
    <dgm:pt modelId="{9810FD59-1FE7-4805-976F-A8103F17B786}" type="pres">
      <dgm:prSet presAssocID="{E8C39B0A-A9EA-4544-A1E9-BFF7BCC810DD}" presName="space" presStyleCnt="0"/>
      <dgm:spPr/>
    </dgm:pt>
    <dgm:pt modelId="{B2280A94-ABBC-4B95-822C-722DE78ABBE5}" type="pres">
      <dgm:prSet presAssocID="{270E6C90-259E-4542-9F65-B511FBC83D06}" presName="composite" presStyleCnt="0"/>
      <dgm:spPr/>
    </dgm:pt>
    <dgm:pt modelId="{A75E4CDA-8B43-4851-8D20-12F4442A5EC9}" type="pres">
      <dgm:prSet presAssocID="{270E6C90-259E-4542-9F65-B511FBC83D06}" presName="parTx" presStyleLbl="alignNode1" presStyleIdx="4" presStyleCnt="5" custLinFactNeighborX="-719" custLinFactNeighborY="9351">
        <dgm:presLayoutVars>
          <dgm:chMax val="0"/>
          <dgm:chPref val="0"/>
          <dgm:bulletEnabled val="1"/>
        </dgm:presLayoutVars>
      </dgm:prSet>
      <dgm:spPr/>
    </dgm:pt>
    <dgm:pt modelId="{33C4EACF-BDA8-47A6-B09F-66E3D765975E}" type="pres">
      <dgm:prSet presAssocID="{270E6C90-259E-4542-9F65-B511FBC83D06}" presName="desTx" presStyleLbl="alignAccFollowNode1" presStyleIdx="4" presStyleCnt="5" custLinFactNeighborX="-719" custLinFactNeighborY="3324">
        <dgm:presLayoutVars>
          <dgm:bulletEnabled val="1"/>
        </dgm:presLayoutVars>
      </dgm:prSet>
      <dgm:spPr/>
    </dgm:pt>
  </dgm:ptLst>
  <dgm:cxnLst>
    <dgm:cxn modelId="{4351F4F7-5E5D-4BA9-9A9B-32D2FEE6255A}" srcId="{B05C7A63-9C59-43C9-BA0C-A80CC3904046}" destId="{82C6C41E-39E2-42DB-A329-15F91B537202}" srcOrd="0" destOrd="0" parTransId="{AF0390D8-3CE3-440D-BF62-1FC9C97C2647}" sibTransId="{69B89221-F02E-41E4-8DAC-4B55A7E002DD}"/>
    <dgm:cxn modelId="{C4DF81DA-A06B-4498-A1B2-D3C304690C18}" srcId="{82C6C41E-39E2-42DB-A329-15F91B537202}" destId="{8C7CEDDD-4E18-452C-9587-1DB722F1703A}" srcOrd="0" destOrd="0" parTransId="{F3625EE1-3CE5-428B-B0DC-604B9DD40578}" sibTransId="{611DFED5-58BF-4A8C-9A7B-0464F51786BE}"/>
    <dgm:cxn modelId="{36A1371E-8439-4559-9044-F1CBF62F85CA}" srcId="{82C6C41E-39E2-42DB-A329-15F91B537202}" destId="{AD28F68C-5B2D-4A48-9A10-FA1E743A345A}" srcOrd="1" destOrd="0" parTransId="{32350959-0E99-4F94-87B5-E0DFC19CAE5E}" sibTransId="{53D84E21-920F-4808-8A90-E125A3AF0BFD}"/>
    <dgm:cxn modelId="{2190E5A4-CC43-464C-96A2-33D0C3C782D9}" srcId="{82C6C41E-39E2-42DB-A329-15F91B537202}" destId="{C2EE55D4-36D6-4BFB-8285-1B4CE33C6D37}" srcOrd="2" destOrd="0" parTransId="{449BF151-E311-4D94-AEC6-5A7D8EBCC033}" sibTransId="{C2A77781-EF22-4E58-B108-FCF97CF3B382}"/>
    <dgm:cxn modelId="{45822D7A-F053-45D7-84C1-E91F8A9E673E}" srcId="{82C6C41E-39E2-42DB-A329-15F91B537202}" destId="{6B9BAE2F-F13F-461E-8B8A-A15672D1CE0F}" srcOrd="3" destOrd="0" parTransId="{37FC56EE-9C14-4FD8-9738-DED4B562EA7B}" sibTransId="{3AEB1B66-844E-43B3-AF10-9E6640EB8BD4}"/>
    <dgm:cxn modelId="{D7138EFC-97CF-40B7-ADB1-5104A55089EC}" srcId="{B05C7A63-9C59-43C9-BA0C-A80CC3904046}" destId="{9A8AABF9-7E4B-4C96-BB16-145AFAFB9596}" srcOrd="1" destOrd="0" parTransId="{0FAFFC9E-D337-4CF7-8180-4AD847E4DF8D}" sibTransId="{4EE1A585-D965-47EC-9CE5-FC44548844AE}"/>
    <dgm:cxn modelId="{E109C19C-21DD-40E2-8BC5-D46BA5182861}" srcId="{9A8AABF9-7E4B-4C96-BB16-145AFAFB9596}" destId="{69D5B607-571D-4427-BDBD-BCFEDC679C91}" srcOrd="0" destOrd="1" parTransId="{EE929B57-B54B-46D7-B7CF-F6B2D383DEF2}" sibTransId="{AC76D852-708B-45A1-BE63-9A8068F95111}"/>
    <dgm:cxn modelId="{C6EDA121-F813-4CD3-A531-4CB8280BD910}" srcId="{9A8AABF9-7E4B-4C96-BB16-145AFAFB9596}" destId="{78E15C42-4B64-4544-9FB6-89FAFC92F1C6}" srcOrd="1" destOrd="1" parTransId="{87EF5348-245B-4264-9990-BAA496AD961F}" sibTransId="{51E0E706-8DC0-4C62-83C1-B2AEEDD6F4C1}"/>
    <dgm:cxn modelId="{F9058D17-5C70-4D6D-ABD5-E7783F96C871}" srcId="{9A8AABF9-7E4B-4C96-BB16-145AFAFB9596}" destId="{D4C2EC9A-07F9-4F6C-BC3E-1C6C07103F7A}" srcOrd="2" destOrd="1" parTransId="{0DCDAF26-296B-4471-B23A-FEA3144A6A92}" sibTransId="{A20991F4-4141-4C55-9245-1F135E0175BD}"/>
    <dgm:cxn modelId="{EE3624FE-FF1C-477E-A126-77E7E41C91B6}" srcId="{9A8AABF9-7E4B-4C96-BB16-145AFAFB9596}" destId="{4ACABE66-68D8-40D9-B4FD-5BE0D475D1F2}" srcOrd="3" destOrd="1" parTransId="{80ED4E72-45DD-4E9F-BF44-A397E1C7A2AD}" sibTransId="{AEFBC0D3-1C13-4DCF-9F27-182A124A939E}"/>
    <dgm:cxn modelId="{69FD4179-8683-4821-AAB0-00A4B9852994}" srcId="{B05C7A63-9C59-43C9-BA0C-A80CC3904046}" destId="{BB9EED22-F8AF-4991-AEDE-C8808E4D98DC}" srcOrd="2" destOrd="0" parTransId="{95BFC6B0-1FC6-41BB-B0ED-34A7C744662A}" sibTransId="{CDB17CDB-A55F-4FB4-AD40-8E0A7B14F092}"/>
    <dgm:cxn modelId="{D8715D6F-9230-4350-974E-BFC0C4B12201}" srcId="{BB9EED22-F8AF-4991-AEDE-C8808E4D98DC}" destId="{E605868E-FACF-42E1-9675-DC4DC71AFC15}" srcOrd="0" destOrd="2" parTransId="{FDAD283E-73EE-4835-93AA-9D83579A3430}" sibTransId="{714E51D5-7925-4ADF-BDD2-C6811B4B354F}"/>
    <dgm:cxn modelId="{9DF20BD2-C5D5-43F4-81A9-B49E49062F5B}" srcId="{BB9EED22-F8AF-4991-AEDE-C8808E4D98DC}" destId="{F3959560-608A-4711-BBA8-F30A24A4979F}" srcOrd="1" destOrd="2" parTransId="{C3EB2ACC-A15A-4048-AF96-103AFDFFD701}" sibTransId="{99C846A1-4877-4C40-A6E6-112A8CE18A87}"/>
    <dgm:cxn modelId="{71BA0F55-8378-4482-B5F5-578492C0479E}" srcId="{BB9EED22-F8AF-4991-AEDE-C8808E4D98DC}" destId="{3AD4B4D4-AC40-409A-A419-4E7FB1594DEE}" srcOrd="2" destOrd="2" parTransId="{8C731B1F-3255-45CE-8661-37C6FE4FE5BE}" sibTransId="{23F6C1C3-6061-4C49-A52F-2E1886D890CD}"/>
    <dgm:cxn modelId="{BF1BE379-D5EB-492F-AB0B-EB73F6BC4318}" srcId="{B05C7A63-9C59-43C9-BA0C-A80CC3904046}" destId="{893A4F96-F926-4F73-BABE-64EDDA50A997}" srcOrd="3" destOrd="0" parTransId="{297DBDEE-65FF-43F0-BBC5-B525EC1CEE2C}" sibTransId="{E8C39B0A-A9EA-4544-A1E9-BFF7BCC810DD}"/>
    <dgm:cxn modelId="{2AC24323-21A1-4665-9D0C-0A7378846394}" srcId="{893A4F96-F926-4F73-BABE-64EDDA50A997}" destId="{5729A46C-9690-4A0B-9F90-CD59AE5E003C}" srcOrd="0" destOrd="3" parTransId="{85C8CEC9-B9E1-44BB-B15B-CB508A267B41}" sibTransId="{D0396CF3-B02B-437B-A8FC-6B595ACB699D}"/>
    <dgm:cxn modelId="{EF45A3D3-5445-4478-9580-B10F23532CC2}" srcId="{893A4F96-F926-4F73-BABE-64EDDA50A997}" destId="{36416388-0659-4A43-82E7-6B1F1E8B7181}" srcOrd="1" destOrd="3" parTransId="{91E81DF9-41D6-4B6C-A7AE-9C920DD18F39}" sibTransId="{D239B6EC-591C-4C85-B57D-1A87496FA298}"/>
    <dgm:cxn modelId="{864956CA-6232-436B-98BC-DBC60D2DFFF5}" srcId="{B05C7A63-9C59-43C9-BA0C-A80CC3904046}" destId="{270E6C90-259E-4542-9F65-B511FBC83D06}" srcOrd="4" destOrd="0" parTransId="{A5F19F79-63DC-4074-A3E1-C85980982DA4}" sibTransId="{CDCEFA03-E040-451F-93D1-87FB23C1D43A}"/>
    <dgm:cxn modelId="{08F795A7-8D0B-4D43-A4D1-77964E788B95}" srcId="{270E6C90-259E-4542-9F65-B511FBC83D06}" destId="{AB5E4C17-6D57-4489-9FE5-00D60924918F}" srcOrd="0" destOrd="4" parTransId="{8E349834-32A5-405C-9D28-9D6B4BC8710C}" sibTransId="{093CE734-991B-4AE2-884C-82D9FF420A27}"/>
    <dgm:cxn modelId="{20D99FB1-CA06-44B5-A516-E7C09F054330}" srcId="{270E6C90-259E-4542-9F65-B511FBC83D06}" destId="{20194847-F3B8-4EB5-8DE4-426FD160A353}" srcOrd="1" destOrd="4" parTransId="{0E854F02-812E-4666-A838-B9072BD00C97}" sibTransId="{18EC04AD-5FD6-4C1E-8B51-1A0EC8190974}"/>
    <dgm:cxn modelId="{22CBC1B1-13FE-4242-BC4B-C49C37832246}" srcId="{270E6C90-259E-4542-9F65-B511FBC83D06}" destId="{DBFF0C1E-9892-439A-81B4-385DF975C1AE}" srcOrd="2" destOrd="4" parTransId="{1D3CF74F-17FA-416B-BC7D-D7448100CD31}" sibTransId="{4D18404E-B7A0-4D94-8E4E-8A8B647EC44A}"/>
    <dgm:cxn modelId="{A6857BB9-7BE7-4539-8DB6-28D57276061D}" srcId="{270E6C90-259E-4542-9F65-B511FBC83D06}" destId="{209F9171-4BF2-464C-A5A1-91B982F94A09}" srcOrd="3" destOrd="4" parTransId="{2B1068BC-27EF-4E70-B38C-AACFB2B5ED70}" sibTransId="{AE96E907-FD02-415B-B4D1-18FB297909E8}"/>
    <dgm:cxn modelId="{FDD45387-6DF4-4E0B-9E48-6606C1A8BDD6}" type="presOf" srcId="{B05C7A63-9C59-43C9-BA0C-A80CC3904046}" destId="{FD40C166-0975-4623-8F73-DF2A882FE254}" srcOrd="0" destOrd="0" presId="urn:microsoft.com/office/officeart/2005/8/layout/hList1"/>
    <dgm:cxn modelId="{F79E8675-AD40-49D4-B789-8960D89A1CF9}" type="presParOf" srcId="{FD40C166-0975-4623-8F73-DF2A882FE254}" destId="{6E1CB086-9006-4376-838F-D2F38B0296EB}" srcOrd="0" destOrd="0" presId="urn:microsoft.com/office/officeart/2005/8/layout/hList1"/>
    <dgm:cxn modelId="{C6E6EA70-D182-44CE-9DF0-D7A990FB0270}" type="presParOf" srcId="{6E1CB086-9006-4376-838F-D2F38B0296EB}" destId="{95D00F4F-FB33-4E5C-B3E5-57F0AD607F04}" srcOrd="0" destOrd="0" presId="urn:microsoft.com/office/officeart/2005/8/layout/hList1"/>
    <dgm:cxn modelId="{E4B5F4CA-A3CC-4011-9C65-0C89876D8E11}" type="presOf" srcId="{82C6C41E-39E2-42DB-A329-15F91B537202}" destId="{95D00F4F-FB33-4E5C-B3E5-57F0AD607F04}" srcOrd="0" destOrd="0" presId="urn:microsoft.com/office/officeart/2005/8/layout/hList1"/>
    <dgm:cxn modelId="{0419DB66-413D-4F00-90D1-FE1432153AF6}" type="presParOf" srcId="{6E1CB086-9006-4376-838F-D2F38B0296EB}" destId="{D73D946A-BA15-426A-B321-7D389A80284F}" srcOrd="1" destOrd="0" presId="urn:microsoft.com/office/officeart/2005/8/layout/hList1"/>
    <dgm:cxn modelId="{9CFBCBD2-CC2E-4FC8-8592-9CFEB2C9F3D6}" type="presOf" srcId="{8C7CEDDD-4E18-452C-9587-1DB722F1703A}" destId="{D73D946A-BA15-426A-B321-7D389A80284F}" srcOrd="0" destOrd="0" presId="urn:microsoft.com/office/officeart/2005/8/layout/hList1"/>
    <dgm:cxn modelId="{1A35DE3A-685E-463F-8C46-282D8ED7AA50}" type="presOf" srcId="{AD28F68C-5B2D-4A48-9A10-FA1E743A345A}" destId="{D73D946A-BA15-426A-B321-7D389A80284F}" srcOrd="0" destOrd="1" presId="urn:microsoft.com/office/officeart/2005/8/layout/hList1"/>
    <dgm:cxn modelId="{9BBA3D17-163C-4378-A211-AA266E1607FA}" type="presOf" srcId="{C2EE55D4-36D6-4BFB-8285-1B4CE33C6D37}" destId="{D73D946A-BA15-426A-B321-7D389A80284F}" srcOrd="0" destOrd="2" presId="urn:microsoft.com/office/officeart/2005/8/layout/hList1"/>
    <dgm:cxn modelId="{C1722F0F-1C71-46AB-B6C7-308B9E4B713D}" type="presOf" srcId="{6B9BAE2F-F13F-461E-8B8A-A15672D1CE0F}" destId="{D73D946A-BA15-426A-B321-7D389A80284F}" srcOrd="0" destOrd="3" presId="urn:microsoft.com/office/officeart/2005/8/layout/hList1"/>
    <dgm:cxn modelId="{E86ABD28-EDD8-4228-B759-B6ED64D728E8}" type="presParOf" srcId="{FD40C166-0975-4623-8F73-DF2A882FE254}" destId="{D5D0775E-DE73-4CB3-A325-7DFA2D2B6F70}" srcOrd="1" destOrd="0" presId="urn:microsoft.com/office/officeart/2005/8/layout/hList1"/>
    <dgm:cxn modelId="{513579EA-278D-4858-9DC1-87D982D6B096}" type="presParOf" srcId="{FD40C166-0975-4623-8F73-DF2A882FE254}" destId="{FADF3856-813B-4DC9-A30E-E262EF507DAA}" srcOrd="2" destOrd="0" presId="urn:microsoft.com/office/officeart/2005/8/layout/hList1"/>
    <dgm:cxn modelId="{929E1F65-3F55-43B2-ACC2-FAD97EA9838D}" type="presParOf" srcId="{FADF3856-813B-4DC9-A30E-E262EF507DAA}" destId="{5B8AA086-641B-408F-9FE5-0912765D864F}" srcOrd="0" destOrd="2" presId="urn:microsoft.com/office/officeart/2005/8/layout/hList1"/>
    <dgm:cxn modelId="{36ECB31A-00EE-41E8-B3A8-87A4768508B6}" type="presOf" srcId="{9A8AABF9-7E4B-4C96-BB16-145AFAFB9596}" destId="{5B8AA086-641B-408F-9FE5-0912765D864F}" srcOrd="0" destOrd="0" presId="urn:microsoft.com/office/officeart/2005/8/layout/hList1"/>
    <dgm:cxn modelId="{F4FDEA9E-E163-4803-AF8D-81759A0D566F}" type="presParOf" srcId="{FADF3856-813B-4DC9-A30E-E262EF507DAA}" destId="{436606BD-1760-4F69-B732-42E31F8F6A35}" srcOrd="1" destOrd="2" presId="urn:microsoft.com/office/officeart/2005/8/layout/hList1"/>
    <dgm:cxn modelId="{66EB85E4-7A50-4098-948F-BD3A0692258D}" type="presOf" srcId="{69D5B607-571D-4427-BDBD-BCFEDC679C91}" destId="{436606BD-1760-4F69-B732-42E31F8F6A35}" srcOrd="0" destOrd="0" presId="urn:microsoft.com/office/officeart/2005/8/layout/hList1"/>
    <dgm:cxn modelId="{2B90B08E-EED3-4CA0-AB92-BF83FA080358}" type="presOf" srcId="{78E15C42-4B64-4544-9FB6-89FAFC92F1C6}" destId="{436606BD-1760-4F69-B732-42E31F8F6A35}" srcOrd="0" destOrd="1" presId="urn:microsoft.com/office/officeart/2005/8/layout/hList1"/>
    <dgm:cxn modelId="{86C069BD-FF67-4D6B-B24C-402CF86420CC}" type="presOf" srcId="{D4C2EC9A-07F9-4F6C-BC3E-1C6C07103F7A}" destId="{436606BD-1760-4F69-B732-42E31F8F6A35}" srcOrd="0" destOrd="2" presId="urn:microsoft.com/office/officeart/2005/8/layout/hList1"/>
    <dgm:cxn modelId="{64AE5751-2786-4332-B172-D3649B9143E2}" type="presOf" srcId="{4ACABE66-68D8-40D9-B4FD-5BE0D475D1F2}" destId="{436606BD-1760-4F69-B732-42E31F8F6A35}" srcOrd="0" destOrd="3" presId="urn:microsoft.com/office/officeart/2005/8/layout/hList1"/>
    <dgm:cxn modelId="{AFDE2C71-21F0-4CF4-8957-5DFAF01F8189}" type="presParOf" srcId="{FD40C166-0975-4623-8F73-DF2A882FE254}" destId="{6F3DD3C8-2435-4091-84CC-2AE6DDFE42F7}" srcOrd="3" destOrd="0" presId="urn:microsoft.com/office/officeart/2005/8/layout/hList1"/>
    <dgm:cxn modelId="{31A5593B-0DE0-49E6-8FF2-913927C65ED6}" type="presParOf" srcId="{FD40C166-0975-4623-8F73-DF2A882FE254}" destId="{946F2C5A-D73C-4684-A6B6-37493AEEC511}" srcOrd="4" destOrd="0" presId="urn:microsoft.com/office/officeart/2005/8/layout/hList1"/>
    <dgm:cxn modelId="{DBDD8DB8-F41C-4873-AE75-B67B0E907E0D}" type="presParOf" srcId="{946F2C5A-D73C-4684-A6B6-37493AEEC511}" destId="{FF96E01E-A35F-4F93-88EC-4C07A122928E}" srcOrd="0" destOrd="4" presId="urn:microsoft.com/office/officeart/2005/8/layout/hList1"/>
    <dgm:cxn modelId="{809D489D-6637-4A41-B4D8-0765D7DA552A}" type="presOf" srcId="{BB9EED22-F8AF-4991-AEDE-C8808E4D98DC}" destId="{FF96E01E-A35F-4F93-88EC-4C07A122928E}" srcOrd="0" destOrd="0" presId="urn:microsoft.com/office/officeart/2005/8/layout/hList1"/>
    <dgm:cxn modelId="{D49697D7-C1F0-48BC-9B7B-CF612E1F9C03}" type="presParOf" srcId="{946F2C5A-D73C-4684-A6B6-37493AEEC511}" destId="{44ED2509-FD8E-4164-A3D4-1876E567AE94}" srcOrd="1" destOrd="4" presId="urn:microsoft.com/office/officeart/2005/8/layout/hList1"/>
    <dgm:cxn modelId="{B7FE07B9-4E53-42CE-ABA8-272CB2A56C21}" type="presOf" srcId="{E605868E-FACF-42E1-9675-DC4DC71AFC15}" destId="{44ED2509-FD8E-4164-A3D4-1876E567AE94}" srcOrd="0" destOrd="0" presId="urn:microsoft.com/office/officeart/2005/8/layout/hList1"/>
    <dgm:cxn modelId="{032306B1-5202-4EFE-B6A2-390986530115}" type="presOf" srcId="{F3959560-608A-4711-BBA8-F30A24A4979F}" destId="{44ED2509-FD8E-4164-A3D4-1876E567AE94}" srcOrd="0" destOrd="1" presId="urn:microsoft.com/office/officeart/2005/8/layout/hList1"/>
    <dgm:cxn modelId="{C34078A9-7A2B-451B-8C37-D10C27DB9540}" type="presOf" srcId="{3AD4B4D4-AC40-409A-A419-4E7FB1594DEE}" destId="{44ED2509-FD8E-4164-A3D4-1876E567AE94}" srcOrd="0" destOrd="2" presId="urn:microsoft.com/office/officeart/2005/8/layout/hList1"/>
    <dgm:cxn modelId="{516D6EC6-1183-4ABE-9B1C-3BE4DF011371}" type="presParOf" srcId="{FD40C166-0975-4623-8F73-DF2A882FE254}" destId="{0D5063CF-2D15-452F-A37D-17A7245CA235}" srcOrd="5" destOrd="0" presId="urn:microsoft.com/office/officeart/2005/8/layout/hList1"/>
    <dgm:cxn modelId="{8D57259B-17A2-4120-9255-3ADF18DF87C1}" type="presParOf" srcId="{FD40C166-0975-4623-8F73-DF2A882FE254}" destId="{DF61DDED-2CC5-4C5C-8257-4903E1F7960F}" srcOrd="6" destOrd="0" presId="urn:microsoft.com/office/officeart/2005/8/layout/hList1"/>
    <dgm:cxn modelId="{2B732FA3-216E-45C0-AF98-61FDF840747E}" type="presParOf" srcId="{DF61DDED-2CC5-4C5C-8257-4903E1F7960F}" destId="{45639D4C-3F46-4FC9-AA8B-96F73AC36ECF}" srcOrd="0" destOrd="6" presId="urn:microsoft.com/office/officeart/2005/8/layout/hList1"/>
    <dgm:cxn modelId="{D621DE65-D589-4E7C-88F9-631546DC5CF2}" type="presOf" srcId="{893A4F96-F926-4F73-BABE-64EDDA50A997}" destId="{45639D4C-3F46-4FC9-AA8B-96F73AC36ECF}" srcOrd="0" destOrd="0" presId="urn:microsoft.com/office/officeart/2005/8/layout/hList1"/>
    <dgm:cxn modelId="{92DEE080-3A95-42D3-A0DD-64E8B3A0D9B7}" type="presParOf" srcId="{DF61DDED-2CC5-4C5C-8257-4903E1F7960F}" destId="{495E17D9-7B51-4C52-8C2E-2FDF2A7D5297}" srcOrd="1" destOrd="6" presId="urn:microsoft.com/office/officeart/2005/8/layout/hList1"/>
    <dgm:cxn modelId="{8FAF2A2F-104F-4D28-9DF7-B3161979348E}" type="presOf" srcId="{5729A46C-9690-4A0B-9F90-CD59AE5E003C}" destId="{495E17D9-7B51-4C52-8C2E-2FDF2A7D5297}" srcOrd="0" destOrd="0" presId="urn:microsoft.com/office/officeart/2005/8/layout/hList1"/>
    <dgm:cxn modelId="{A4ED8D34-0DD0-42B1-B079-81B6742A32D4}" type="presOf" srcId="{36416388-0659-4A43-82E7-6B1F1E8B7181}" destId="{495E17D9-7B51-4C52-8C2E-2FDF2A7D5297}" srcOrd="0" destOrd="1" presId="urn:microsoft.com/office/officeart/2005/8/layout/hList1"/>
    <dgm:cxn modelId="{B65D2033-53D1-4270-8D3E-48B3DF46A931}" type="presParOf" srcId="{FD40C166-0975-4623-8F73-DF2A882FE254}" destId="{9810FD59-1FE7-4805-976F-A8103F17B786}" srcOrd="7" destOrd="0" presId="urn:microsoft.com/office/officeart/2005/8/layout/hList1"/>
    <dgm:cxn modelId="{FB5DBB29-72C7-4D11-ABA7-1EF67F1EA638}" type="presParOf" srcId="{FD40C166-0975-4623-8F73-DF2A882FE254}" destId="{B2280A94-ABBC-4B95-822C-722DE78ABBE5}" srcOrd="8" destOrd="0" presId="urn:microsoft.com/office/officeart/2005/8/layout/hList1"/>
    <dgm:cxn modelId="{D2AB6307-FC34-4956-8CA4-EE419EB61225}" type="presParOf" srcId="{B2280A94-ABBC-4B95-822C-722DE78ABBE5}" destId="{A75E4CDA-8B43-4851-8D20-12F4442A5EC9}" srcOrd="0" destOrd="8" presId="urn:microsoft.com/office/officeart/2005/8/layout/hList1"/>
    <dgm:cxn modelId="{E9599E32-7415-4AED-941B-3F40E7DB14CE}" type="presOf" srcId="{270E6C90-259E-4542-9F65-B511FBC83D06}" destId="{A75E4CDA-8B43-4851-8D20-12F4442A5EC9}" srcOrd="0" destOrd="0" presId="urn:microsoft.com/office/officeart/2005/8/layout/hList1"/>
    <dgm:cxn modelId="{9FDA6AB6-87C2-46D4-B4B6-676E6191D781}" type="presParOf" srcId="{B2280A94-ABBC-4B95-822C-722DE78ABBE5}" destId="{33C4EACF-BDA8-47A6-B09F-66E3D765975E}" srcOrd="1" destOrd="8" presId="urn:microsoft.com/office/officeart/2005/8/layout/hList1"/>
    <dgm:cxn modelId="{3E56A951-AB87-489A-A1AE-8DA92C4CEDE9}" type="presOf" srcId="{AB5E4C17-6D57-4489-9FE5-00D60924918F}" destId="{33C4EACF-BDA8-47A6-B09F-66E3D765975E}" srcOrd="0" destOrd="0" presId="urn:microsoft.com/office/officeart/2005/8/layout/hList1"/>
    <dgm:cxn modelId="{9C8F4591-AB7D-4A84-B75A-5417B7E77A1D}" type="presOf" srcId="{20194847-F3B8-4EB5-8DE4-426FD160A353}" destId="{33C4EACF-BDA8-47A6-B09F-66E3D765975E}" srcOrd="0" destOrd="1" presId="urn:microsoft.com/office/officeart/2005/8/layout/hList1"/>
    <dgm:cxn modelId="{4FFA2362-B1D7-42DD-8770-B9AF087B3BC7}" type="presOf" srcId="{DBFF0C1E-9892-439A-81B4-385DF975C1AE}" destId="{33C4EACF-BDA8-47A6-B09F-66E3D765975E}" srcOrd="0" destOrd="2" presId="urn:microsoft.com/office/officeart/2005/8/layout/hList1"/>
    <dgm:cxn modelId="{30569967-7EE2-47D0-8A9B-82DC6FCDD9AC}" type="presOf" srcId="{209F9171-4BF2-464C-A5A1-91B982F94A09}" destId="{33C4EACF-BDA8-47A6-B09F-66E3D765975E}" srcOrd="0" destOrd="3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C9F2A86-918A-4E45-9E92-BE442A09691E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5D0AE6E-624B-48FC-BA58-31BACB49D57A}">
      <dgm:prSet phldrT="[Text]"/>
      <dgm:spPr/>
      <dgm:t>
        <a:bodyPr/>
        <a:lstStyle/>
        <a:p>
          <a:pPr>
            <a:buNone/>
          </a:pPr>
          <a:r>
            <a:rPr lang="en-IN" dirty="0"/>
            <a:t>Traditional ATS</a:t>
          </a:r>
        </a:p>
      </dgm:t>
    </dgm:pt>
    <dgm:pt modelId="{29DD713A-C62D-495B-9A8E-4001AFCCD22D}" cxnId="{37BEEDDF-61AB-47A7-ACEF-02C2E4734379}" type="parTrans">
      <dgm:prSet/>
      <dgm:spPr/>
      <dgm:t>
        <a:bodyPr/>
        <a:lstStyle/>
        <a:p>
          <a:endParaRPr lang="en-IN"/>
        </a:p>
      </dgm:t>
    </dgm:pt>
    <dgm:pt modelId="{2FB309F8-634B-492B-86A0-2EFF02C075C5}" cxnId="{37BEEDDF-61AB-47A7-ACEF-02C2E4734379}" type="sibTrans">
      <dgm:prSet/>
      <dgm:spPr/>
      <dgm:t>
        <a:bodyPr/>
        <a:lstStyle/>
        <a:p>
          <a:endParaRPr lang="en-IN"/>
        </a:p>
      </dgm:t>
    </dgm:pt>
    <dgm:pt modelId="{CA7E6085-9730-4EE5-BCF2-261325425203}">
      <dgm:prSet phldrT="[Text]" custT="1"/>
      <dgm:spPr/>
      <dgm:t>
        <a:bodyPr/>
        <a:lstStyle/>
        <a:p>
          <a:pPr>
            <a:buNone/>
          </a:pPr>
          <a:r>
            <a:rPr lang="en-IN" sz="2800" dirty="0"/>
            <a:t>Resume</a:t>
          </a:r>
        </a:p>
      </dgm:t>
    </dgm:pt>
    <dgm:pt modelId="{E762AD51-A1ED-40E6-BEB6-F5143DD9EF29}" cxnId="{2829CA00-E129-4953-95C4-9B5512E03570}" type="parTrans">
      <dgm:prSet/>
      <dgm:spPr/>
      <dgm:t>
        <a:bodyPr/>
        <a:lstStyle/>
        <a:p>
          <a:endParaRPr lang="en-IN"/>
        </a:p>
      </dgm:t>
    </dgm:pt>
    <dgm:pt modelId="{770E92E3-F120-4B97-BFBD-7CBAF46AE365}" cxnId="{2829CA00-E129-4953-95C4-9B5512E03570}" type="sibTrans">
      <dgm:prSet/>
      <dgm:spPr/>
      <dgm:t>
        <a:bodyPr/>
        <a:lstStyle/>
        <a:p>
          <a:endParaRPr lang="en-IN"/>
        </a:p>
      </dgm:t>
    </dgm:pt>
    <dgm:pt modelId="{76093D96-1F14-43A4-8187-1746040B809C}">
      <dgm:prSet phldrT="[Text]" custT="1"/>
      <dgm:spPr/>
      <dgm:t>
        <a:bodyPr/>
        <a:lstStyle/>
        <a:p>
          <a:pPr>
            <a:buNone/>
          </a:pPr>
          <a:r>
            <a:rPr lang="en-IN" sz="2800" dirty="0"/>
            <a:t>Screening</a:t>
          </a:r>
        </a:p>
      </dgm:t>
    </dgm:pt>
    <dgm:pt modelId="{6A9A1FB4-AFFA-437C-97D1-CAEFDA62A9F6}" cxnId="{866C22E6-B926-4952-A27A-A455FE7BBB21}" type="parTrans">
      <dgm:prSet/>
      <dgm:spPr/>
      <dgm:t>
        <a:bodyPr/>
        <a:lstStyle/>
        <a:p>
          <a:endParaRPr lang="en-IN"/>
        </a:p>
      </dgm:t>
    </dgm:pt>
    <dgm:pt modelId="{C4895CF0-7986-40C0-B53E-06A0D6CF13C1}" cxnId="{866C22E6-B926-4952-A27A-A455FE7BBB21}" type="sibTrans">
      <dgm:prSet/>
      <dgm:spPr/>
      <dgm:t>
        <a:bodyPr/>
        <a:lstStyle/>
        <a:p>
          <a:endParaRPr lang="en-IN"/>
        </a:p>
      </dgm:t>
    </dgm:pt>
    <dgm:pt modelId="{DCDA7E0E-9D20-4736-84A3-22009B3C1440}">
      <dgm:prSet phldrT="[Text]"/>
      <dgm:spPr/>
      <dgm:t>
        <a:bodyPr/>
        <a:lstStyle/>
        <a:p>
          <a:pPr>
            <a:buNone/>
          </a:pPr>
          <a:r>
            <a:rPr lang="en-IN" dirty="0"/>
            <a:t>AI Code Review</a:t>
          </a:r>
        </a:p>
      </dgm:t>
    </dgm:pt>
    <dgm:pt modelId="{B6C73BA2-7233-4E50-9799-DA4E79A5000B}" cxnId="{76B42149-17D6-4454-ABCD-455FA92C0D62}" type="parTrans">
      <dgm:prSet/>
      <dgm:spPr/>
      <dgm:t>
        <a:bodyPr/>
        <a:lstStyle/>
        <a:p>
          <a:endParaRPr lang="en-IN"/>
        </a:p>
      </dgm:t>
    </dgm:pt>
    <dgm:pt modelId="{25D68DC8-066E-4B16-B254-D8AFA468F4BA}" cxnId="{76B42149-17D6-4454-ABCD-455FA92C0D62}" type="sibTrans">
      <dgm:prSet/>
      <dgm:spPr/>
      <dgm:t>
        <a:bodyPr/>
        <a:lstStyle/>
        <a:p>
          <a:endParaRPr lang="en-IN"/>
        </a:p>
      </dgm:t>
    </dgm:pt>
    <dgm:pt modelId="{B86467F9-36B8-482B-AF34-8D968FE501D3}">
      <dgm:prSet phldrT="[Text]" custT="1"/>
      <dgm:spPr/>
      <dgm:t>
        <a:bodyPr/>
        <a:lstStyle/>
        <a:p>
          <a:pPr>
            <a:buNone/>
          </a:pPr>
          <a:r>
            <a:rPr lang="en-IN" sz="3600" dirty="0"/>
            <a:t>Code</a:t>
          </a:r>
        </a:p>
      </dgm:t>
    </dgm:pt>
    <dgm:pt modelId="{88592D51-CAF7-4D4C-9790-F2C053FD683D}" cxnId="{F27899E0-38F8-4E8A-A19E-F6FBC3C02CBF}" type="parTrans">
      <dgm:prSet/>
      <dgm:spPr/>
      <dgm:t>
        <a:bodyPr/>
        <a:lstStyle/>
        <a:p>
          <a:endParaRPr lang="en-IN"/>
        </a:p>
      </dgm:t>
    </dgm:pt>
    <dgm:pt modelId="{85A6D251-A1C7-4362-A6C4-835ECF4D50A5}" cxnId="{F27899E0-38F8-4E8A-A19E-F6FBC3C02CBF}" type="sibTrans">
      <dgm:prSet/>
      <dgm:spPr/>
      <dgm:t>
        <a:bodyPr/>
        <a:lstStyle/>
        <a:p>
          <a:endParaRPr lang="en-IN"/>
        </a:p>
      </dgm:t>
    </dgm:pt>
    <dgm:pt modelId="{9E922B84-D027-4EF8-8170-C24E2E7D6416}">
      <dgm:prSet phldrT="[Text]" custT="1"/>
      <dgm:spPr/>
      <dgm:t>
        <a:bodyPr/>
        <a:lstStyle/>
        <a:p>
          <a:pPr>
            <a:buNone/>
          </a:pPr>
          <a:r>
            <a:rPr lang="en-IN" sz="2800" dirty="0"/>
            <a:t>Quality Analysis</a:t>
          </a:r>
        </a:p>
      </dgm:t>
    </dgm:pt>
    <dgm:pt modelId="{309EF365-0801-48FC-9771-04EC9C9C2F29}" cxnId="{5E152F0A-34F1-4104-8A1A-2BA626AD0A1F}" type="parTrans">
      <dgm:prSet/>
      <dgm:spPr/>
      <dgm:t>
        <a:bodyPr/>
        <a:lstStyle/>
        <a:p>
          <a:endParaRPr lang="en-IN"/>
        </a:p>
      </dgm:t>
    </dgm:pt>
    <dgm:pt modelId="{248BE4DC-BCDC-487D-9935-E622D1EF87AB}" cxnId="{5E152F0A-34F1-4104-8A1A-2BA626AD0A1F}" type="sibTrans">
      <dgm:prSet/>
      <dgm:spPr/>
      <dgm:t>
        <a:bodyPr/>
        <a:lstStyle/>
        <a:p>
          <a:endParaRPr lang="en-IN"/>
        </a:p>
      </dgm:t>
    </dgm:pt>
    <dgm:pt modelId="{505AB0F7-0F86-49D7-84A7-33EAFA4546D9}">
      <dgm:prSet phldrT="[Text]" custT="1"/>
      <dgm:spPr/>
      <dgm:t>
        <a:bodyPr/>
        <a:lstStyle/>
        <a:p>
          <a:pPr>
            <a:buNone/>
          </a:pPr>
          <a:r>
            <a:rPr lang="en-IN" sz="3200" dirty="0"/>
            <a:t>Identity</a:t>
          </a:r>
        </a:p>
      </dgm:t>
    </dgm:pt>
    <dgm:pt modelId="{1F92C04E-44B2-4528-83E9-D2D96B6F1DF1}" cxnId="{006C142B-5F4B-4730-A0AF-39A0991FFA69}" type="parTrans">
      <dgm:prSet/>
      <dgm:spPr/>
      <dgm:t>
        <a:bodyPr/>
        <a:lstStyle/>
        <a:p>
          <a:endParaRPr lang="en-IN"/>
        </a:p>
      </dgm:t>
    </dgm:pt>
    <dgm:pt modelId="{0C116AB1-E172-4F64-8606-2C9EB37F0721}" cxnId="{006C142B-5F4B-4730-A0AF-39A0991FFA69}" type="sibTrans">
      <dgm:prSet/>
      <dgm:spPr/>
      <dgm:t>
        <a:bodyPr/>
        <a:lstStyle/>
        <a:p>
          <a:endParaRPr lang="en-IN"/>
        </a:p>
      </dgm:t>
    </dgm:pt>
    <dgm:pt modelId="{694ADDFA-41EA-419F-96A5-FF0A4D21FF50}">
      <dgm:prSet phldrT="[Text]"/>
      <dgm:spPr/>
      <dgm:t>
        <a:bodyPr/>
        <a:lstStyle/>
        <a:p>
          <a:pPr>
            <a:buNone/>
          </a:pPr>
          <a:r>
            <a:rPr lang="en-IN" dirty="0"/>
            <a:t>Redaction</a:t>
          </a:r>
        </a:p>
      </dgm:t>
    </dgm:pt>
    <dgm:pt modelId="{D61DB6A1-4789-42FC-8D2E-5E9A80E8B925}" cxnId="{B5C2432A-FC33-47B4-815D-F0489E9253D9}" type="parTrans">
      <dgm:prSet/>
      <dgm:spPr/>
      <dgm:t>
        <a:bodyPr/>
        <a:lstStyle/>
        <a:p>
          <a:endParaRPr lang="en-IN"/>
        </a:p>
      </dgm:t>
    </dgm:pt>
    <dgm:pt modelId="{94394885-77D6-40B3-99AE-42F1CFFDE37F}" cxnId="{B5C2432A-FC33-47B4-815D-F0489E9253D9}" type="sibTrans">
      <dgm:prSet/>
      <dgm:spPr/>
      <dgm:t>
        <a:bodyPr/>
        <a:lstStyle/>
        <a:p>
          <a:endParaRPr lang="en-IN"/>
        </a:p>
      </dgm:t>
    </dgm:pt>
    <dgm:pt modelId="{69FD90AF-66FD-47BF-956E-37A400ADA3C3}">
      <dgm:prSet phldrT="[Text]"/>
      <dgm:spPr/>
      <dgm:t>
        <a:bodyPr/>
        <a:lstStyle/>
        <a:p>
          <a:pPr>
            <a:buNone/>
          </a:pPr>
          <a:r>
            <a:rPr lang="en-IN" dirty="0"/>
            <a:t>Merit Evaluation</a:t>
          </a:r>
        </a:p>
      </dgm:t>
    </dgm:pt>
    <dgm:pt modelId="{A66D69FC-3DF7-4CAC-A0DF-754E4B408A08}" cxnId="{C7F847CA-C154-4B95-98D6-8CDCDF1AF7B7}" type="parTrans">
      <dgm:prSet/>
      <dgm:spPr/>
      <dgm:t>
        <a:bodyPr/>
        <a:lstStyle/>
        <a:p>
          <a:endParaRPr lang="en-IN"/>
        </a:p>
      </dgm:t>
    </dgm:pt>
    <dgm:pt modelId="{91898884-597E-4966-8501-5B788957439F}" cxnId="{C7F847CA-C154-4B95-98D6-8CDCDF1AF7B7}" type="sibTrans">
      <dgm:prSet/>
      <dgm:spPr/>
      <dgm:t>
        <a:bodyPr/>
        <a:lstStyle/>
        <a:p>
          <a:endParaRPr lang="en-IN"/>
        </a:p>
      </dgm:t>
    </dgm:pt>
    <dgm:pt modelId="{3602D41C-B824-4498-B9F2-69E0C25BAB74}">
      <dgm:prSet phldrT="[Text]"/>
      <dgm:spPr/>
      <dgm:t>
        <a:bodyPr/>
        <a:lstStyle/>
        <a:p>
          <a:pPr>
            <a:buNone/>
          </a:pPr>
          <a:r>
            <a:rPr lang="en-IN" dirty="0"/>
            <a:t>Audit</a:t>
          </a:r>
        </a:p>
      </dgm:t>
    </dgm:pt>
    <dgm:pt modelId="{C6DDFEEB-5B86-4966-ACC7-DE743C58C8D1}" cxnId="{240839F7-6F8A-4987-979C-FF148D691611}" type="parTrans">
      <dgm:prSet/>
      <dgm:spPr/>
      <dgm:t>
        <a:bodyPr/>
        <a:lstStyle/>
        <a:p>
          <a:endParaRPr lang="en-IN"/>
        </a:p>
      </dgm:t>
    </dgm:pt>
    <dgm:pt modelId="{4C8F9061-E1D6-45DC-B982-894C3D945FAA}" cxnId="{240839F7-6F8A-4987-979C-FF148D691611}" type="sibTrans">
      <dgm:prSet/>
      <dgm:spPr/>
      <dgm:t>
        <a:bodyPr/>
        <a:lstStyle/>
        <a:p>
          <a:endParaRPr lang="en-IN"/>
        </a:p>
      </dgm:t>
    </dgm:pt>
    <dgm:pt modelId="{BF88519E-FBCE-4FD9-8DD5-D96CFC2F0775}">
      <dgm:prSet phldrT="[Text]"/>
      <dgm:spPr/>
      <dgm:t>
        <a:bodyPr/>
        <a:lstStyle/>
        <a:p>
          <a:pPr>
            <a:buNone/>
          </a:pPr>
          <a:r>
            <a:rPr lang="en-IN" dirty="0"/>
            <a:t>VEILAUDIT</a:t>
          </a:r>
        </a:p>
      </dgm:t>
    </dgm:pt>
    <dgm:pt modelId="{CCF9A78B-57E3-4D33-8645-E15BF7485271}" cxnId="{0902BD44-5824-4F2D-9698-A72E75FBE1D9}" type="sibTrans">
      <dgm:prSet/>
      <dgm:spPr/>
      <dgm:t>
        <a:bodyPr/>
        <a:lstStyle/>
        <a:p>
          <a:endParaRPr lang="en-IN"/>
        </a:p>
      </dgm:t>
    </dgm:pt>
    <dgm:pt modelId="{33E5F0E4-D70C-4D5C-BB67-8F52C7A5423E}" cxnId="{0902BD44-5824-4F2D-9698-A72E75FBE1D9}" type="parTrans">
      <dgm:prSet/>
      <dgm:spPr/>
      <dgm:t>
        <a:bodyPr/>
        <a:lstStyle/>
        <a:p>
          <a:endParaRPr lang="en-IN"/>
        </a:p>
      </dgm:t>
    </dgm:pt>
    <dgm:pt modelId="{7CCAADA4-027C-48BF-ACA2-EB7172E0244F}" type="pres">
      <dgm:prSet presAssocID="{6C9F2A86-918A-4E45-9E92-BE442A09691E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FEF6126E-665F-420C-8FEE-743DC897127C}" type="pres">
      <dgm:prSet presAssocID="{85D0AE6E-624B-48FC-BA58-31BACB49D57A}" presName="horFlow" presStyleCnt="0"/>
      <dgm:spPr/>
    </dgm:pt>
    <dgm:pt modelId="{18EE7F84-19EF-4701-A6AB-0BD037EF80FD}" type="pres">
      <dgm:prSet presAssocID="{85D0AE6E-624B-48FC-BA58-31BACB49D57A}" presName="bigChev" presStyleLbl="node1" presStyleIdx="0" presStyleCnt="3" custScaleX="123547" custLinFactX="34980" custLinFactNeighborX="100000" custLinFactNeighborY="-758"/>
      <dgm:spPr/>
    </dgm:pt>
    <dgm:pt modelId="{44C75BAB-5DF2-410E-B6DA-CDCE55976B64}" type="pres">
      <dgm:prSet presAssocID="{E762AD51-A1ED-40E6-BEB6-F5143DD9EF29}" presName="parTrans" presStyleCnt="0"/>
      <dgm:spPr/>
    </dgm:pt>
    <dgm:pt modelId="{18D09145-CDF4-4B25-A7CB-AFE611F86E5C}" type="pres">
      <dgm:prSet presAssocID="{CA7E6085-9730-4EE5-BCF2-261325425203}" presName="node" presStyleLbl="alignAccFollowNode1" presStyleIdx="0" presStyleCnt="8" custLinFactX="60510" custLinFactNeighborX="100000" custLinFactNeighborY="-912">
        <dgm:presLayoutVars>
          <dgm:bulletEnabled val="1"/>
        </dgm:presLayoutVars>
      </dgm:prSet>
      <dgm:spPr/>
    </dgm:pt>
    <dgm:pt modelId="{4A92AB25-427B-495D-9634-FA4508B5A2E1}" type="pres">
      <dgm:prSet presAssocID="{770E92E3-F120-4B97-BFBD-7CBAF46AE365}" presName="sibTrans" presStyleCnt="0"/>
      <dgm:spPr/>
    </dgm:pt>
    <dgm:pt modelId="{1BBAC681-A765-411B-8CD2-D305651C23B6}" type="pres">
      <dgm:prSet presAssocID="{76093D96-1F14-43A4-8187-1746040B809C}" presName="node" presStyleLbl="alignAccFollowNode1" presStyleIdx="1" presStyleCnt="8" custLinFactX="75778" custLinFactNeighborX="100000" custLinFactNeighborY="-912">
        <dgm:presLayoutVars>
          <dgm:bulletEnabled val="1"/>
        </dgm:presLayoutVars>
      </dgm:prSet>
      <dgm:spPr/>
    </dgm:pt>
    <dgm:pt modelId="{6E846404-9805-4403-8C0D-1AE1C226F15E}" type="pres">
      <dgm:prSet presAssocID="{85D0AE6E-624B-48FC-BA58-31BACB49D57A}" presName="vSp" presStyleCnt="0"/>
      <dgm:spPr/>
    </dgm:pt>
    <dgm:pt modelId="{CF6BB38D-527F-4B9A-9DDA-223E68472731}" type="pres">
      <dgm:prSet presAssocID="{DCDA7E0E-9D20-4736-84A3-22009B3C1440}" presName="horFlow" presStyleCnt="0"/>
      <dgm:spPr/>
    </dgm:pt>
    <dgm:pt modelId="{C97B124D-D377-48EE-96E1-F1A2FC2758F5}" type="pres">
      <dgm:prSet presAssocID="{DCDA7E0E-9D20-4736-84A3-22009B3C1440}" presName="bigChev" presStyleLbl="node1" presStyleIdx="1" presStyleCnt="3" custScaleX="123547" custLinFactX="34980" custLinFactNeighborX="100000" custLinFactNeighborY="10976"/>
      <dgm:spPr/>
    </dgm:pt>
    <dgm:pt modelId="{F74E50ED-99DF-4171-B15C-19E63050CCEA}" type="pres">
      <dgm:prSet presAssocID="{88592D51-CAF7-4D4C-9790-F2C053FD683D}" presName="parTrans" presStyleCnt="0"/>
      <dgm:spPr/>
    </dgm:pt>
    <dgm:pt modelId="{1809B567-2B92-4110-A244-B41015465C7A}" type="pres">
      <dgm:prSet presAssocID="{B86467F9-36B8-482B-AF34-8D968FE501D3}" presName="node" presStyleLbl="alignAccFollowNode1" presStyleIdx="2" presStyleCnt="8" custLinFactX="60510" custLinFactNeighborX="100000" custLinFactNeighborY="17450">
        <dgm:presLayoutVars>
          <dgm:bulletEnabled val="1"/>
        </dgm:presLayoutVars>
      </dgm:prSet>
      <dgm:spPr/>
    </dgm:pt>
    <dgm:pt modelId="{DA7C2281-7D74-4440-B59B-B0681BE36074}" type="pres">
      <dgm:prSet presAssocID="{85A6D251-A1C7-4362-A6C4-835ECF4D50A5}" presName="sibTrans" presStyleCnt="0"/>
      <dgm:spPr/>
    </dgm:pt>
    <dgm:pt modelId="{F1DA65D2-2D9B-4934-BBF3-5352BA80ADB5}" type="pres">
      <dgm:prSet presAssocID="{9E922B84-D027-4EF8-8170-C24E2E7D6416}" presName="node" presStyleLbl="alignAccFollowNode1" presStyleIdx="3" presStyleCnt="8" custLinFactX="75778" custLinFactNeighborX="100000" custLinFactNeighborY="10216">
        <dgm:presLayoutVars>
          <dgm:bulletEnabled val="1"/>
        </dgm:presLayoutVars>
      </dgm:prSet>
      <dgm:spPr/>
    </dgm:pt>
    <dgm:pt modelId="{E087A16E-FBDE-40EA-92F7-43D79BDDAC73}" type="pres">
      <dgm:prSet presAssocID="{DCDA7E0E-9D20-4736-84A3-22009B3C1440}" presName="vSp" presStyleCnt="0"/>
      <dgm:spPr/>
    </dgm:pt>
    <dgm:pt modelId="{ADCD0E63-0B55-4C5F-98E8-DB71E1DAEA0D}" type="pres">
      <dgm:prSet presAssocID="{BF88519E-FBCE-4FD9-8DD5-D96CFC2F0775}" presName="horFlow" presStyleCnt="0"/>
      <dgm:spPr/>
    </dgm:pt>
    <dgm:pt modelId="{4878CFAD-CA60-4D89-B27A-FAAA5F9D9821}" type="pres">
      <dgm:prSet presAssocID="{BF88519E-FBCE-4FD9-8DD5-D96CFC2F0775}" presName="bigChev" presStyleLbl="node1" presStyleIdx="2" presStyleCnt="3" custScaleX="130990" custLinFactNeighborX="-385" custLinFactNeighborY="31923"/>
      <dgm:spPr/>
    </dgm:pt>
    <dgm:pt modelId="{B9A8AC83-FF21-484D-B85B-DBAFB3E713D1}" type="pres">
      <dgm:prSet presAssocID="{1F92C04E-44B2-4528-83E9-D2D96B6F1DF1}" presName="parTrans" presStyleCnt="0"/>
      <dgm:spPr/>
    </dgm:pt>
    <dgm:pt modelId="{4F720E1D-515F-4E6E-B445-2E4CD09958F1}" type="pres">
      <dgm:prSet presAssocID="{505AB0F7-0F86-49D7-84A7-33EAFA4546D9}" presName="node" presStyleLbl="alignAccFollowNode1" presStyleIdx="4" presStyleCnt="8" custLinFactNeighborX="-5129" custLinFactNeighborY="39236">
        <dgm:presLayoutVars>
          <dgm:bulletEnabled val="1"/>
        </dgm:presLayoutVars>
      </dgm:prSet>
      <dgm:spPr/>
    </dgm:pt>
    <dgm:pt modelId="{77F1C97C-4526-47F0-8372-A0CC54C5BCD0}" type="pres">
      <dgm:prSet presAssocID="{0C116AB1-E172-4F64-8606-2C9EB37F0721}" presName="sibTrans" presStyleCnt="0"/>
      <dgm:spPr/>
    </dgm:pt>
    <dgm:pt modelId="{13E670A7-1FA5-4D1E-B66E-3570FF33321C}" type="pres">
      <dgm:prSet presAssocID="{694ADDFA-41EA-419F-96A5-FF0A4D21FF50}" presName="node" presStyleLbl="alignAccFollowNode1" presStyleIdx="5" presStyleCnt="8" custLinFactNeighborX="594" custLinFactNeighborY="39236">
        <dgm:presLayoutVars>
          <dgm:bulletEnabled val="1"/>
        </dgm:presLayoutVars>
      </dgm:prSet>
      <dgm:spPr/>
    </dgm:pt>
    <dgm:pt modelId="{55A67E85-3592-4C86-9749-8F057487930B}" type="pres">
      <dgm:prSet presAssocID="{94394885-77D6-40B3-99AE-42F1CFFDE37F}" presName="sibTrans" presStyleCnt="0"/>
      <dgm:spPr/>
    </dgm:pt>
    <dgm:pt modelId="{DA5468BE-0359-411F-8B3D-41DFC581F042}" type="pres">
      <dgm:prSet presAssocID="{69FD90AF-66FD-47BF-956E-37A400ADA3C3}" presName="node" presStyleLbl="alignAccFollowNode1" presStyleIdx="6" presStyleCnt="8" custLinFactNeighborX="6317" custLinFactNeighborY="39236">
        <dgm:presLayoutVars>
          <dgm:bulletEnabled val="1"/>
        </dgm:presLayoutVars>
      </dgm:prSet>
      <dgm:spPr/>
    </dgm:pt>
    <dgm:pt modelId="{97AC5A3A-D91B-471D-BDCF-90C7FF828C0A}" type="pres">
      <dgm:prSet presAssocID="{91898884-597E-4966-8501-5B788957439F}" presName="sibTrans" presStyleCnt="0"/>
      <dgm:spPr/>
    </dgm:pt>
    <dgm:pt modelId="{14C4AF91-28C1-4C75-9306-C380D809E2A1}" type="pres">
      <dgm:prSet presAssocID="{3602D41C-B824-4498-B9F2-69E0C25BAB74}" presName="node" presStyleLbl="alignAccFollowNode1" presStyleIdx="7" presStyleCnt="8" custLinFactNeighborX="12040" custLinFactNeighborY="39236">
        <dgm:presLayoutVars>
          <dgm:bulletEnabled val="1"/>
        </dgm:presLayoutVars>
      </dgm:prSet>
      <dgm:spPr/>
    </dgm:pt>
  </dgm:ptLst>
  <dgm:cxnLst>
    <dgm:cxn modelId="{2829CA00-E129-4953-95C4-9B5512E03570}" srcId="{85D0AE6E-624B-48FC-BA58-31BACB49D57A}" destId="{CA7E6085-9730-4EE5-BCF2-261325425203}" srcOrd="0" destOrd="0" parTransId="{E762AD51-A1ED-40E6-BEB6-F5143DD9EF29}" sibTransId="{770E92E3-F120-4B97-BFBD-7CBAF46AE365}"/>
    <dgm:cxn modelId="{15833704-A3DE-4E63-AD6C-C0202DA25853}" type="presOf" srcId="{DCDA7E0E-9D20-4736-84A3-22009B3C1440}" destId="{C97B124D-D377-48EE-96E1-F1A2FC2758F5}" srcOrd="0" destOrd="0" presId="urn:microsoft.com/office/officeart/2005/8/layout/lProcess3"/>
    <dgm:cxn modelId="{5E152F0A-34F1-4104-8A1A-2BA626AD0A1F}" srcId="{DCDA7E0E-9D20-4736-84A3-22009B3C1440}" destId="{9E922B84-D027-4EF8-8170-C24E2E7D6416}" srcOrd="1" destOrd="0" parTransId="{309EF365-0801-48FC-9771-04EC9C9C2F29}" sibTransId="{248BE4DC-BCDC-487D-9935-E622D1EF87AB}"/>
    <dgm:cxn modelId="{10CA3127-E368-4B4E-A484-39761E0EFFE4}" type="presOf" srcId="{3602D41C-B824-4498-B9F2-69E0C25BAB74}" destId="{14C4AF91-28C1-4C75-9306-C380D809E2A1}" srcOrd="0" destOrd="0" presId="urn:microsoft.com/office/officeart/2005/8/layout/lProcess3"/>
    <dgm:cxn modelId="{B5C2432A-FC33-47B4-815D-F0489E9253D9}" srcId="{BF88519E-FBCE-4FD9-8DD5-D96CFC2F0775}" destId="{694ADDFA-41EA-419F-96A5-FF0A4D21FF50}" srcOrd="1" destOrd="0" parTransId="{D61DB6A1-4789-42FC-8D2E-5E9A80E8B925}" sibTransId="{94394885-77D6-40B3-99AE-42F1CFFDE37F}"/>
    <dgm:cxn modelId="{006C142B-5F4B-4730-A0AF-39A0991FFA69}" srcId="{BF88519E-FBCE-4FD9-8DD5-D96CFC2F0775}" destId="{505AB0F7-0F86-49D7-84A7-33EAFA4546D9}" srcOrd="0" destOrd="0" parTransId="{1F92C04E-44B2-4528-83E9-D2D96B6F1DF1}" sibTransId="{0C116AB1-E172-4F64-8606-2C9EB37F0721}"/>
    <dgm:cxn modelId="{2A99CE30-4F42-4002-A217-AF92ACC5BC82}" type="presOf" srcId="{9E922B84-D027-4EF8-8170-C24E2E7D6416}" destId="{F1DA65D2-2D9B-4934-BBF3-5352BA80ADB5}" srcOrd="0" destOrd="0" presId="urn:microsoft.com/office/officeart/2005/8/layout/lProcess3"/>
    <dgm:cxn modelId="{90434734-81E8-4172-A2EA-A8EBF2CDBB94}" type="presOf" srcId="{505AB0F7-0F86-49D7-84A7-33EAFA4546D9}" destId="{4F720E1D-515F-4E6E-B445-2E4CD09958F1}" srcOrd="0" destOrd="0" presId="urn:microsoft.com/office/officeart/2005/8/layout/lProcess3"/>
    <dgm:cxn modelId="{CC288B34-543A-482F-8369-BFBF21A85604}" type="presOf" srcId="{BF88519E-FBCE-4FD9-8DD5-D96CFC2F0775}" destId="{4878CFAD-CA60-4D89-B27A-FAAA5F9D9821}" srcOrd="0" destOrd="0" presId="urn:microsoft.com/office/officeart/2005/8/layout/lProcess3"/>
    <dgm:cxn modelId="{28124D35-C075-42CC-B9C2-EAB20FB3AE50}" type="presOf" srcId="{B86467F9-36B8-482B-AF34-8D968FE501D3}" destId="{1809B567-2B92-4110-A244-B41015465C7A}" srcOrd="0" destOrd="0" presId="urn:microsoft.com/office/officeart/2005/8/layout/lProcess3"/>
    <dgm:cxn modelId="{D2427E37-5E4F-479F-9AFA-00A29F1DBC72}" type="presOf" srcId="{6C9F2A86-918A-4E45-9E92-BE442A09691E}" destId="{7CCAADA4-027C-48BF-ACA2-EB7172E0244F}" srcOrd="0" destOrd="0" presId="urn:microsoft.com/office/officeart/2005/8/layout/lProcess3"/>
    <dgm:cxn modelId="{0902BD44-5824-4F2D-9698-A72E75FBE1D9}" srcId="{6C9F2A86-918A-4E45-9E92-BE442A09691E}" destId="{BF88519E-FBCE-4FD9-8DD5-D96CFC2F0775}" srcOrd="2" destOrd="0" parTransId="{33E5F0E4-D70C-4D5C-BB67-8F52C7A5423E}" sibTransId="{CCF9A78B-57E3-4D33-8645-E15BF7485271}"/>
    <dgm:cxn modelId="{76B42149-17D6-4454-ABCD-455FA92C0D62}" srcId="{6C9F2A86-918A-4E45-9E92-BE442A09691E}" destId="{DCDA7E0E-9D20-4736-84A3-22009B3C1440}" srcOrd="1" destOrd="0" parTransId="{B6C73BA2-7233-4E50-9799-DA4E79A5000B}" sibTransId="{25D68DC8-066E-4B16-B254-D8AFA468F4BA}"/>
    <dgm:cxn modelId="{C1759F4E-DEA5-4936-B102-A07866007635}" type="presOf" srcId="{69FD90AF-66FD-47BF-956E-37A400ADA3C3}" destId="{DA5468BE-0359-411F-8B3D-41DFC581F042}" srcOrd="0" destOrd="0" presId="urn:microsoft.com/office/officeart/2005/8/layout/lProcess3"/>
    <dgm:cxn modelId="{C4322B9F-5D3C-41BB-BE1F-67DEA206526F}" type="presOf" srcId="{694ADDFA-41EA-419F-96A5-FF0A4D21FF50}" destId="{13E670A7-1FA5-4D1E-B66E-3570FF33321C}" srcOrd="0" destOrd="0" presId="urn:microsoft.com/office/officeart/2005/8/layout/lProcess3"/>
    <dgm:cxn modelId="{C6CC52A0-95A9-4D50-B456-4A72554C9C27}" type="presOf" srcId="{76093D96-1F14-43A4-8187-1746040B809C}" destId="{1BBAC681-A765-411B-8CD2-D305651C23B6}" srcOrd="0" destOrd="0" presId="urn:microsoft.com/office/officeart/2005/8/layout/lProcess3"/>
    <dgm:cxn modelId="{47BEA0BA-0465-4ECE-8C8A-0BF2C030ADB4}" type="presOf" srcId="{85D0AE6E-624B-48FC-BA58-31BACB49D57A}" destId="{18EE7F84-19EF-4701-A6AB-0BD037EF80FD}" srcOrd="0" destOrd="0" presId="urn:microsoft.com/office/officeart/2005/8/layout/lProcess3"/>
    <dgm:cxn modelId="{C7F847CA-C154-4B95-98D6-8CDCDF1AF7B7}" srcId="{BF88519E-FBCE-4FD9-8DD5-D96CFC2F0775}" destId="{69FD90AF-66FD-47BF-956E-37A400ADA3C3}" srcOrd="2" destOrd="0" parTransId="{A66D69FC-3DF7-4CAC-A0DF-754E4B408A08}" sibTransId="{91898884-597E-4966-8501-5B788957439F}"/>
    <dgm:cxn modelId="{EEE053D6-647A-43FE-A396-2CF87EB450DD}" type="presOf" srcId="{CA7E6085-9730-4EE5-BCF2-261325425203}" destId="{18D09145-CDF4-4B25-A7CB-AFE611F86E5C}" srcOrd="0" destOrd="0" presId="urn:microsoft.com/office/officeart/2005/8/layout/lProcess3"/>
    <dgm:cxn modelId="{37BEEDDF-61AB-47A7-ACEF-02C2E4734379}" srcId="{6C9F2A86-918A-4E45-9E92-BE442A09691E}" destId="{85D0AE6E-624B-48FC-BA58-31BACB49D57A}" srcOrd="0" destOrd="0" parTransId="{29DD713A-C62D-495B-9A8E-4001AFCCD22D}" sibTransId="{2FB309F8-634B-492B-86A0-2EFF02C075C5}"/>
    <dgm:cxn modelId="{F27899E0-38F8-4E8A-A19E-F6FBC3C02CBF}" srcId="{DCDA7E0E-9D20-4736-84A3-22009B3C1440}" destId="{B86467F9-36B8-482B-AF34-8D968FE501D3}" srcOrd="0" destOrd="0" parTransId="{88592D51-CAF7-4D4C-9790-F2C053FD683D}" sibTransId="{85A6D251-A1C7-4362-A6C4-835ECF4D50A5}"/>
    <dgm:cxn modelId="{866C22E6-B926-4952-A27A-A455FE7BBB21}" srcId="{85D0AE6E-624B-48FC-BA58-31BACB49D57A}" destId="{76093D96-1F14-43A4-8187-1746040B809C}" srcOrd="1" destOrd="0" parTransId="{6A9A1FB4-AFFA-437C-97D1-CAEFDA62A9F6}" sibTransId="{C4895CF0-7986-40C0-B53E-06A0D6CF13C1}"/>
    <dgm:cxn modelId="{240839F7-6F8A-4987-979C-FF148D691611}" srcId="{BF88519E-FBCE-4FD9-8DD5-D96CFC2F0775}" destId="{3602D41C-B824-4498-B9F2-69E0C25BAB74}" srcOrd="3" destOrd="0" parTransId="{C6DDFEEB-5B86-4966-ACC7-DE743C58C8D1}" sibTransId="{4C8F9061-E1D6-45DC-B982-894C3D945FAA}"/>
    <dgm:cxn modelId="{266068FB-932C-40E3-854F-CD132D2BBF59}" type="presParOf" srcId="{7CCAADA4-027C-48BF-ACA2-EB7172E0244F}" destId="{FEF6126E-665F-420C-8FEE-743DC897127C}" srcOrd="0" destOrd="0" presId="urn:microsoft.com/office/officeart/2005/8/layout/lProcess3"/>
    <dgm:cxn modelId="{807D74FF-940A-4F71-9E68-B16197822F56}" type="presParOf" srcId="{FEF6126E-665F-420C-8FEE-743DC897127C}" destId="{18EE7F84-19EF-4701-A6AB-0BD037EF80FD}" srcOrd="0" destOrd="0" presId="urn:microsoft.com/office/officeart/2005/8/layout/lProcess3"/>
    <dgm:cxn modelId="{597F1557-894C-412A-8C6F-DD5B36178D6F}" type="presParOf" srcId="{FEF6126E-665F-420C-8FEE-743DC897127C}" destId="{44C75BAB-5DF2-410E-B6DA-CDCE55976B64}" srcOrd="1" destOrd="0" presId="urn:microsoft.com/office/officeart/2005/8/layout/lProcess3"/>
    <dgm:cxn modelId="{34001773-7CC5-4A3B-A572-563E465FC148}" type="presParOf" srcId="{FEF6126E-665F-420C-8FEE-743DC897127C}" destId="{18D09145-CDF4-4B25-A7CB-AFE611F86E5C}" srcOrd="2" destOrd="0" presId="urn:microsoft.com/office/officeart/2005/8/layout/lProcess3"/>
    <dgm:cxn modelId="{7BBFA90E-1CC0-48B2-BC5C-3FCAE2C7EDD7}" type="presParOf" srcId="{FEF6126E-665F-420C-8FEE-743DC897127C}" destId="{4A92AB25-427B-495D-9634-FA4508B5A2E1}" srcOrd="3" destOrd="0" presId="urn:microsoft.com/office/officeart/2005/8/layout/lProcess3"/>
    <dgm:cxn modelId="{889A3D00-D6E4-4F9E-B68A-62609FA03AC9}" type="presParOf" srcId="{FEF6126E-665F-420C-8FEE-743DC897127C}" destId="{1BBAC681-A765-411B-8CD2-D305651C23B6}" srcOrd="4" destOrd="0" presId="urn:microsoft.com/office/officeart/2005/8/layout/lProcess3"/>
    <dgm:cxn modelId="{847D5FA7-D6BF-47A0-B203-3E3BE93107CC}" type="presParOf" srcId="{7CCAADA4-027C-48BF-ACA2-EB7172E0244F}" destId="{6E846404-9805-4403-8C0D-1AE1C226F15E}" srcOrd="1" destOrd="0" presId="urn:microsoft.com/office/officeart/2005/8/layout/lProcess3"/>
    <dgm:cxn modelId="{6B96BB4B-E36F-4B56-B3C4-1786EC9BC3E0}" type="presParOf" srcId="{7CCAADA4-027C-48BF-ACA2-EB7172E0244F}" destId="{CF6BB38D-527F-4B9A-9DDA-223E68472731}" srcOrd="2" destOrd="0" presId="urn:microsoft.com/office/officeart/2005/8/layout/lProcess3"/>
    <dgm:cxn modelId="{56BEA513-F909-4C33-A0F5-DAD270C8EAFD}" type="presParOf" srcId="{CF6BB38D-527F-4B9A-9DDA-223E68472731}" destId="{C97B124D-D377-48EE-96E1-F1A2FC2758F5}" srcOrd="0" destOrd="0" presId="urn:microsoft.com/office/officeart/2005/8/layout/lProcess3"/>
    <dgm:cxn modelId="{9859594C-5AD0-4FC3-ADD0-9F5FBB57A37E}" type="presParOf" srcId="{CF6BB38D-527F-4B9A-9DDA-223E68472731}" destId="{F74E50ED-99DF-4171-B15C-19E63050CCEA}" srcOrd="1" destOrd="0" presId="urn:microsoft.com/office/officeart/2005/8/layout/lProcess3"/>
    <dgm:cxn modelId="{C8D6E9E3-C34A-404B-9AA4-A66E03BA2D32}" type="presParOf" srcId="{CF6BB38D-527F-4B9A-9DDA-223E68472731}" destId="{1809B567-2B92-4110-A244-B41015465C7A}" srcOrd="2" destOrd="0" presId="urn:microsoft.com/office/officeart/2005/8/layout/lProcess3"/>
    <dgm:cxn modelId="{43E48FD2-F802-4402-95F3-B3C26BD66595}" type="presParOf" srcId="{CF6BB38D-527F-4B9A-9DDA-223E68472731}" destId="{DA7C2281-7D74-4440-B59B-B0681BE36074}" srcOrd="3" destOrd="0" presId="urn:microsoft.com/office/officeart/2005/8/layout/lProcess3"/>
    <dgm:cxn modelId="{63B7E281-CEE1-4572-BBF6-00EB42D5E1B1}" type="presParOf" srcId="{CF6BB38D-527F-4B9A-9DDA-223E68472731}" destId="{F1DA65D2-2D9B-4934-BBF3-5352BA80ADB5}" srcOrd="4" destOrd="0" presId="urn:microsoft.com/office/officeart/2005/8/layout/lProcess3"/>
    <dgm:cxn modelId="{0017367D-622F-4BC6-AE4B-C239F14E440F}" type="presParOf" srcId="{7CCAADA4-027C-48BF-ACA2-EB7172E0244F}" destId="{E087A16E-FBDE-40EA-92F7-43D79BDDAC73}" srcOrd="3" destOrd="0" presId="urn:microsoft.com/office/officeart/2005/8/layout/lProcess3"/>
    <dgm:cxn modelId="{3976DDE8-6D46-4C89-8AA5-87DC26D57DD7}" type="presParOf" srcId="{7CCAADA4-027C-48BF-ACA2-EB7172E0244F}" destId="{ADCD0E63-0B55-4C5F-98E8-DB71E1DAEA0D}" srcOrd="4" destOrd="0" presId="urn:microsoft.com/office/officeart/2005/8/layout/lProcess3"/>
    <dgm:cxn modelId="{AD0B19AD-C5DD-44B0-BD43-34DF4FE9E8B1}" type="presParOf" srcId="{ADCD0E63-0B55-4C5F-98E8-DB71E1DAEA0D}" destId="{4878CFAD-CA60-4D89-B27A-FAAA5F9D9821}" srcOrd="0" destOrd="0" presId="urn:microsoft.com/office/officeart/2005/8/layout/lProcess3"/>
    <dgm:cxn modelId="{0EF4BEDC-E6B2-4607-990F-B89498D6C7E6}" type="presParOf" srcId="{ADCD0E63-0B55-4C5F-98E8-DB71E1DAEA0D}" destId="{B9A8AC83-FF21-484D-B85B-DBAFB3E713D1}" srcOrd="1" destOrd="0" presId="urn:microsoft.com/office/officeart/2005/8/layout/lProcess3"/>
    <dgm:cxn modelId="{2792270A-4699-4E1B-B949-BC3E8418EF04}" type="presParOf" srcId="{ADCD0E63-0B55-4C5F-98E8-DB71E1DAEA0D}" destId="{4F720E1D-515F-4E6E-B445-2E4CD09958F1}" srcOrd="2" destOrd="0" presId="urn:microsoft.com/office/officeart/2005/8/layout/lProcess3"/>
    <dgm:cxn modelId="{A1C2587C-7F5E-460A-BDB9-C1A13A862DB5}" type="presParOf" srcId="{ADCD0E63-0B55-4C5F-98E8-DB71E1DAEA0D}" destId="{77F1C97C-4526-47F0-8372-A0CC54C5BCD0}" srcOrd="3" destOrd="0" presId="urn:microsoft.com/office/officeart/2005/8/layout/lProcess3"/>
    <dgm:cxn modelId="{858F72C1-44FF-4803-9A9F-182FF7AC810A}" type="presParOf" srcId="{ADCD0E63-0B55-4C5F-98E8-DB71E1DAEA0D}" destId="{13E670A7-1FA5-4D1E-B66E-3570FF33321C}" srcOrd="4" destOrd="0" presId="urn:microsoft.com/office/officeart/2005/8/layout/lProcess3"/>
    <dgm:cxn modelId="{8A15F425-1688-437C-8D44-B73D82D99B46}" type="presParOf" srcId="{ADCD0E63-0B55-4C5F-98E8-DB71E1DAEA0D}" destId="{55A67E85-3592-4C86-9749-8F057487930B}" srcOrd="5" destOrd="0" presId="urn:microsoft.com/office/officeart/2005/8/layout/lProcess3"/>
    <dgm:cxn modelId="{E233C5EE-FBED-4DA4-BED3-70F6E3CDF557}" type="presParOf" srcId="{ADCD0E63-0B55-4C5F-98E8-DB71E1DAEA0D}" destId="{DA5468BE-0359-411F-8B3D-41DFC581F042}" srcOrd="6" destOrd="0" presId="urn:microsoft.com/office/officeart/2005/8/layout/lProcess3"/>
    <dgm:cxn modelId="{3AC1A4FB-04F2-4E9A-976F-6EFD9F7CA99F}" type="presParOf" srcId="{ADCD0E63-0B55-4C5F-98E8-DB71E1DAEA0D}" destId="{97AC5A3A-D91B-471D-BDCF-90C7FF828C0A}" srcOrd="7" destOrd="0" presId="urn:microsoft.com/office/officeart/2005/8/layout/lProcess3"/>
    <dgm:cxn modelId="{A0140EC4-5FE1-49F5-A96C-053E97DC17F3}" type="presParOf" srcId="{ADCD0E63-0B55-4C5F-98E8-DB71E1DAEA0D}" destId="{14C4AF91-28C1-4C75-9306-C380D809E2A1}" srcOrd="8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5028230" cy="9420894"/>
        <a:chOff x="0" y="0"/>
        <a:chExt cx="15028230" cy="9420894"/>
      </a:xfrm>
    </dsp:grpSpPr>
    <dsp:sp modelId="{95D00F4F-FB33-4E5C-B3E5-57F0AD607F04}">
      <dsp:nvSpPr>
        <dsp:cNvPr id="3" name="Rectangles 2"/>
        <dsp:cNvSpPr/>
      </dsp:nvSpPr>
      <dsp:spPr bwMode="white">
        <a:xfrm>
          <a:off x="0" y="3061602"/>
          <a:ext cx="2702919" cy="748800"/>
        </a:xfrm>
        <a:prstGeom prst="rect">
          <a:avLst/>
        </a:prstGeom>
        <a:sp3d prstMaterial="plastic">
          <a:bevelT w="127000" h="25400" prst="relaxedInset"/>
        </a:sp3d>
      </dsp:spPr>
      <dsp:style>
        <a:lnRef idx="0">
          <a:schemeClr val="accent4">
            <a:hueOff val="0"/>
            <a:satOff val="0"/>
            <a:lumOff val="0"/>
            <a:alpha val="100000"/>
          </a:schemeClr>
        </a:lnRef>
        <a:fillRef idx="3">
          <a:schemeClr val="accent4">
            <a:hueOff val="0"/>
            <a:satOff val="0"/>
            <a:lumOff val="0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184912" tIns="105664" rIns="184912" bIns="105664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frontend</a:t>
          </a:r>
          <a:endParaRPr lang="en-IN" dirty="0"/>
        </a:p>
      </dsp:txBody>
      <dsp:txXfrm>
        <a:off x="0" y="3061602"/>
        <a:ext cx="2702919" cy="748800"/>
      </dsp:txXfrm>
    </dsp:sp>
    <dsp:sp modelId="{D73D946A-BA15-426A-B321-7D389A80284F}">
      <dsp:nvSpPr>
        <dsp:cNvPr id="4" name="Rectangles 3"/>
        <dsp:cNvSpPr/>
      </dsp:nvSpPr>
      <dsp:spPr bwMode="white">
        <a:xfrm>
          <a:off x="0" y="3800793"/>
          <a:ext cx="2702919" cy="2548890"/>
        </a:xfrm>
        <a:prstGeom prst="rect">
          <a:avLst/>
        </a:prstGeom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hemeClr val="accent4">
            <a:tint val="40000"/>
            <a:alpha val="90000"/>
            <a:hueOff val="0"/>
            <a:satOff val="0"/>
            <a:lumOff val="0"/>
            <a:alpha val="90196"/>
          </a:schemeClr>
        </a:lnRef>
        <a:fillRef idx="1">
          <a:schemeClr val="accent4">
            <a:tint val="40000"/>
            <a:alpha val="90000"/>
            <a:hueOff val="0"/>
            <a:satOff val="0"/>
            <a:lumOff val="0"/>
            <a:alpha val="90196"/>
          </a:schemeClr>
        </a:fillRef>
        <a:effectRef idx="2">
          <a:scrgbClr r="0" g="0" b="0"/>
        </a:effectRef>
        <a:fontRef idx="minor"/>
      </dsp:style>
      <dsp:txBody>
        <a:bodyPr lIns="138684" tIns="138684" rIns="184912" bIns="208026" anchor="t"/>
        <a:lstStyle>
          <a:lvl1pPr algn="l">
            <a:defRPr sz="2600"/>
          </a:lvl1pPr>
          <a:lvl2pPr marL="228600" indent="-228600" algn="l">
            <a:defRPr sz="2600"/>
          </a:lvl2pPr>
          <a:lvl3pPr marL="457200" indent="-228600" algn="l">
            <a:defRPr sz="2600"/>
          </a:lvl3pPr>
          <a:lvl4pPr marL="685800" indent="-228600" algn="l">
            <a:defRPr sz="2600"/>
          </a:lvl4pPr>
          <a:lvl5pPr marL="914400" indent="-228600" algn="l">
            <a:defRPr sz="2600"/>
          </a:lvl5pPr>
          <a:lvl6pPr marL="1143000" indent="-228600" algn="l">
            <a:defRPr sz="2600"/>
          </a:lvl6pPr>
          <a:lvl7pPr marL="1371600" indent="-228600" algn="l">
            <a:defRPr sz="2600"/>
          </a:lvl7pPr>
          <a:lvl8pPr marL="1600200" indent="-228600" algn="l">
            <a:defRPr sz="2600"/>
          </a:lvl8pPr>
          <a:lvl9pPr marL="1828800" indent="-228600" algn="l">
            <a:defRPr sz="2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Html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 err="1">
              <a:solidFill>
                <a:schemeClr val="dk1"/>
              </a:solidFill>
            </a:rPr>
            <a:t>Css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 err="1">
              <a:solidFill>
                <a:schemeClr val="dk1"/>
              </a:solidFill>
            </a:rPr>
            <a:t>Javascript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3D</a:t>
          </a:r>
          <a:r>
            <a:rPr lang="en-IN" dirty="0">
              <a:solidFill>
                <a:schemeClr val="dk1"/>
              </a:solidFill>
            </a:rPr>
            <a:t> interactive interface</a:t>
          </a:r>
          <a:endParaRPr>
            <a:solidFill>
              <a:schemeClr val="dk1"/>
            </a:solidFill>
          </a:endParaRPr>
        </a:p>
      </dsp:txBody>
      <dsp:txXfrm>
        <a:off x="0" y="3800793"/>
        <a:ext cx="2702919" cy="2548890"/>
      </dsp:txXfrm>
    </dsp:sp>
    <dsp:sp modelId="{5B8AA086-641B-408F-9FE5-0912765D864F}">
      <dsp:nvSpPr>
        <dsp:cNvPr id="5" name="Rectangles 4"/>
        <dsp:cNvSpPr/>
      </dsp:nvSpPr>
      <dsp:spPr bwMode="white">
        <a:xfrm>
          <a:off x="3081328" y="3061602"/>
          <a:ext cx="2702919" cy="748800"/>
        </a:xfrm>
        <a:prstGeom prst="rect">
          <a:avLst/>
        </a:prstGeom>
        <a:sp3d prstMaterial="plastic">
          <a:bevelT w="127000" h="25400" prst="relaxedInset"/>
        </a:sp3d>
      </dsp:spPr>
      <dsp:style>
        <a:lnRef idx="0">
          <a:schemeClr val="accent4">
            <a:hueOff val="-1125000"/>
            <a:satOff val="6667"/>
            <a:lumOff val="588"/>
            <a:alpha val="100000"/>
          </a:schemeClr>
        </a:lnRef>
        <a:fillRef idx="3">
          <a:schemeClr val="accent4">
            <a:hueOff val="-1125000"/>
            <a:satOff val="6667"/>
            <a:lumOff val="588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184912" tIns="105664" rIns="184912" bIns="105664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AI/NLP</a:t>
          </a:r>
          <a:endParaRPr lang="en-IN" dirty="0"/>
        </a:p>
      </dsp:txBody>
      <dsp:txXfrm>
        <a:off x="3081328" y="3061602"/>
        <a:ext cx="2702919" cy="748800"/>
      </dsp:txXfrm>
    </dsp:sp>
    <dsp:sp modelId="{436606BD-1760-4F69-B732-42E31F8F6A35}">
      <dsp:nvSpPr>
        <dsp:cNvPr id="6" name="Rectangles 5"/>
        <dsp:cNvSpPr/>
      </dsp:nvSpPr>
      <dsp:spPr bwMode="white">
        <a:xfrm>
          <a:off x="3081328" y="3810402"/>
          <a:ext cx="2702919" cy="2548890"/>
        </a:xfrm>
        <a:prstGeom prst="rect">
          <a:avLst/>
        </a:prstGeom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hemeClr val="accent4">
            <a:tint val="40000"/>
            <a:alpha val="90000"/>
            <a:hueOff val="-1005000"/>
            <a:satOff val="5196"/>
            <a:lumOff val="294"/>
            <a:alpha val="90196"/>
          </a:schemeClr>
        </a:lnRef>
        <a:fillRef idx="1">
          <a:schemeClr val="accent4">
            <a:tint val="40000"/>
            <a:alpha val="90000"/>
            <a:hueOff val="-1005000"/>
            <a:satOff val="5196"/>
            <a:lumOff val="294"/>
            <a:alpha val="90196"/>
          </a:schemeClr>
        </a:fillRef>
        <a:effectRef idx="2">
          <a:scrgbClr r="0" g="0" b="0"/>
        </a:effectRef>
        <a:fontRef idx="minor"/>
      </dsp:style>
      <dsp:txBody>
        <a:bodyPr lIns="138684" tIns="138684" rIns="184912" bIns="208026" anchor="t"/>
        <a:lstStyle>
          <a:lvl1pPr algn="l">
            <a:defRPr sz="2600"/>
          </a:lvl1pPr>
          <a:lvl2pPr marL="228600" indent="-228600" algn="l">
            <a:defRPr sz="2600"/>
          </a:lvl2pPr>
          <a:lvl3pPr marL="457200" indent="-228600" algn="l">
            <a:defRPr sz="2600"/>
          </a:lvl3pPr>
          <a:lvl4pPr marL="685800" indent="-228600" algn="l">
            <a:defRPr sz="2600"/>
          </a:lvl4pPr>
          <a:lvl5pPr marL="914400" indent="-228600" algn="l">
            <a:defRPr sz="2600"/>
          </a:lvl5pPr>
          <a:lvl6pPr marL="1143000" indent="-228600" algn="l">
            <a:defRPr sz="2600"/>
          </a:lvl6pPr>
          <a:lvl7pPr marL="1371600" indent="-228600" algn="l">
            <a:defRPr sz="2600"/>
          </a:lvl7pPr>
          <a:lvl8pPr marL="1600200" indent="-228600" algn="l">
            <a:defRPr sz="2600"/>
          </a:lvl8pPr>
          <a:lvl9pPr marL="1828800" indent="-228600" algn="l">
            <a:defRPr sz="2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Python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 err="1">
              <a:solidFill>
                <a:schemeClr val="dk1"/>
              </a:solidFill>
            </a:rPr>
            <a:t>spaCy</a:t>
          </a:r>
          <a:r>
            <a:rPr lang="en-US" dirty="0">
              <a:solidFill>
                <a:schemeClr val="dk1"/>
              </a:solidFill>
            </a:rPr>
            <a:t> NER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Local LLM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Secure API</a:t>
          </a:r>
          <a:endParaRPr lang="en-IN" dirty="0">
            <a:solidFill>
              <a:schemeClr val="dk1"/>
            </a:solidFill>
          </a:endParaRPr>
        </a:p>
      </dsp:txBody>
      <dsp:txXfrm>
        <a:off x="3081328" y="3810402"/>
        <a:ext cx="2702919" cy="2548890"/>
      </dsp:txXfrm>
    </dsp:sp>
    <dsp:sp modelId="{FF96E01E-A35F-4F93-88EC-4C07A122928E}">
      <dsp:nvSpPr>
        <dsp:cNvPr id="7" name="Rectangles 6"/>
        <dsp:cNvSpPr/>
      </dsp:nvSpPr>
      <dsp:spPr bwMode="white">
        <a:xfrm>
          <a:off x="6162655" y="3061602"/>
          <a:ext cx="2702919" cy="748800"/>
        </a:xfrm>
        <a:prstGeom prst="rect">
          <a:avLst/>
        </a:prstGeom>
        <a:sp3d prstMaterial="plastic">
          <a:bevelT w="127000" h="25400" prst="relaxedInset"/>
        </a:sp3d>
      </dsp:spPr>
      <dsp:style>
        <a:lnRef idx="0">
          <a:schemeClr val="accent4">
            <a:hueOff val="-2250000"/>
            <a:satOff val="13333"/>
            <a:lumOff val="1176"/>
            <a:alpha val="100000"/>
          </a:schemeClr>
        </a:lnRef>
        <a:fillRef idx="3">
          <a:schemeClr val="accent4">
            <a:hueOff val="-2250000"/>
            <a:satOff val="13333"/>
            <a:lumOff val="1176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184912" tIns="105664" rIns="184912" bIns="105664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Agent Layer</a:t>
          </a:r>
          <a:endParaRPr lang="en-IN" dirty="0"/>
        </a:p>
      </dsp:txBody>
      <dsp:txXfrm>
        <a:off x="6162655" y="3061602"/>
        <a:ext cx="2702919" cy="748800"/>
      </dsp:txXfrm>
    </dsp:sp>
    <dsp:sp modelId="{44ED2509-FD8E-4164-A3D4-1876E567AE94}">
      <dsp:nvSpPr>
        <dsp:cNvPr id="8" name="Rectangles 7"/>
        <dsp:cNvSpPr/>
      </dsp:nvSpPr>
      <dsp:spPr bwMode="white">
        <a:xfrm>
          <a:off x="6162655" y="3810402"/>
          <a:ext cx="2702919" cy="2548890"/>
        </a:xfrm>
        <a:prstGeom prst="rect">
          <a:avLst/>
        </a:prstGeom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hemeClr val="accent4">
            <a:tint val="40000"/>
            <a:alpha val="90000"/>
            <a:hueOff val="-2010000"/>
            <a:satOff val="10392"/>
            <a:lumOff val="588"/>
            <a:alpha val="90196"/>
          </a:schemeClr>
        </a:lnRef>
        <a:fillRef idx="1">
          <a:schemeClr val="accent4">
            <a:tint val="40000"/>
            <a:alpha val="90000"/>
            <a:hueOff val="-2010000"/>
            <a:satOff val="10392"/>
            <a:lumOff val="588"/>
            <a:alpha val="90196"/>
          </a:schemeClr>
        </a:fillRef>
        <a:effectRef idx="2">
          <a:scrgbClr r="0" g="0" b="0"/>
        </a:effectRef>
        <a:fontRef idx="minor"/>
      </dsp:style>
      <dsp:txBody>
        <a:bodyPr lIns="138684" tIns="138684" rIns="184912" bIns="208026" anchor="t"/>
        <a:lstStyle>
          <a:lvl1pPr algn="l">
            <a:defRPr sz="2600"/>
          </a:lvl1pPr>
          <a:lvl2pPr marL="228600" indent="-228600" algn="l">
            <a:defRPr sz="2600"/>
          </a:lvl2pPr>
          <a:lvl3pPr marL="457200" indent="-228600" algn="l">
            <a:defRPr sz="2600"/>
          </a:lvl3pPr>
          <a:lvl4pPr marL="685800" indent="-228600" algn="l">
            <a:defRPr sz="2600"/>
          </a:lvl4pPr>
          <a:lvl5pPr marL="914400" indent="-228600" algn="l">
            <a:defRPr sz="2600"/>
          </a:lvl5pPr>
          <a:lvl6pPr marL="1143000" indent="-228600" algn="l">
            <a:defRPr sz="2600"/>
          </a:lvl6pPr>
          <a:lvl7pPr marL="1371600" indent="-228600" algn="l">
            <a:defRPr sz="2600"/>
          </a:lvl7pPr>
          <a:lvl8pPr marL="1600200" indent="-228600" algn="l">
            <a:defRPr sz="2600"/>
          </a:lvl8pPr>
          <a:lvl9pPr marL="1828800" indent="-228600" algn="l">
            <a:defRPr sz="2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Privacy Agent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Audit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Explainability layer</a:t>
          </a:r>
          <a:endParaRPr lang="en-IN" dirty="0">
            <a:solidFill>
              <a:schemeClr val="dk1"/>
            </a:solidFill>
          </a:endParaRPr>
        </a:p>
      </dsp:txBody>
      <dsp:txXfrm>
        <a:off x="6162655" y="3810402"/>
        <a:ext cx="2702919" cy="2548890"/>
      </dsp:txXfrm>
    </dsp:sp>
    <dsp:sp modelId="{45639D4C-3F46-4FC9-AA8B-96F73AC36ECF}">
      <dsp:nvSpPr>
        <dsp:cNvPr id="9" name="Rectangles 8"/>
        <dsp:cNvSpPr/>
      </dsp:nvSpPr>
      <dsp:spPr bwMode="white">
        <a:xfrm>
          <a:off x="9243983" y="3061602"/>
          <a:ext cx="2702919" cy="748800"/>
        </a:xfrm>
        <a:prstGeom prst="rect">
          <a:avLst/>
        </a:prstGeom>
        <a:sp3d prstMaterial="plastic">
          <a:bevelT w="127000" h="25400" prst="relaxedInset"/>
        </a:sp3d>
      </dsp:spPr>
      <dsp:style>
        <a:lnRef idx="0">
          <a:schemeClr val="accent4">
            <a:hueOff val="-3375000"/>
            <a:satOff val="20000"/>
            <a:lumOff val="1765"/>
            <a:alpha val="100000"/>
          </a:schemeClr>
        </a:lnRef>
        <a:fillRef idx="3">
          <a:schemeClr val="accent4">
            <a:hueOff val="-3375000"/>
            <a:satOff val="20000"/>
            <a:lumOff val="1765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184912" tIns="105664" rIns="184912" bIns="105664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AI Model </a:t>
          </a:r>
          <a:endParaRPr lang="en-IN" dirty="0"/>
        </a:p>
      </dsp:txBody>
      <dsp:txXfrm>
        <a:off x="9243983" y="3061602"/>
        <a:ext cx="2702919" cy="748800"/>
      </dsp:txXfrm>
    </dsp:sp>
    <dsp:sp modelId="{495E17D9-7B51-4C52-8C2E-2FDF2A7D5297}">
      <dsp:nvSpPr>
        <dsp:cNvPr id="10" name="Rectangles 9"/>
        <dsp:cNvSpPr/>
      </dsp:nvSpPr>
      <dsp:spPr bwMode="white">
        <a:xfrm>
          <a:off x="9243983" y="3810402"/>
          <a:ext cx="2702919" cy="2548890"/>
        </a:xfrm>
        <a:prstGeom prst="rect">
          <a:avLst/>
        </a:prstGeom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hemeClr val="accent4">
            <a:tint val="40000"/>
            <a:alpha val="90000"/>
            <a:hueOff val="-3015000"/>
            <a:satOff val="15588"/>
            <a:lumOff val="882"/>
            <a:alpha val="90196"/>
          </a:schemeClr>
        </a:lnRef>
        <a:fillRef idx="1">
          <a:schemeClr val="accent4">
            <a:tint val="40000"/>
            <a:alpha val="90000"/>
            <a:hueOff val="-3015000"/>
            <a:satOff val="15588"/>
            <a:lumOff val="882"/>
            <a:alpha val="90196"/>
          </a:schemeClr>
        </a:fillRef>
        <a:effectRef idx="2">
          <a:scrgbClr r="0" g="0" b="0"/>
        </a:effectRef>
        <a:fontRef idx="minor"/>
      </dsp:style>
      <dsp:txBody>
        <a:bodyPr vert="horz" wrap="square" lIns="138684" tIns="138684" rIns="184912" bIns="208026" anchor="t"/>
        <a:lstStyle>
          <a:lvl1pPr algn="l">
            <a:defRPr sz="2600"/>
          </a:lvl1pPr>
          <a:lvl2pPr marL="228600" indent="-228600" algn="l">
            <a:defRPr sz="2600"/>
          </a:lvl2pPr>
          <a:lvl3pPr marL="457200" indent="-228600" algn="l">
            <a:defRPr sz="2600"/>
          </a:lvl3pPr>
          <a:lvl4pPr marL="685800" indent="-228600" algn="l">
            <a:defRPr sz="2600"/>
          </a:lvl4pPr>
          <a:lvl5pPr marL="914400" indent="-228600" algn="l">
            <a:defRPr sz="2600"/>
          </a:lvl5pPr>
          <a:lvl6pPr marL="1143000" indent="-228600" algn="l">
            <a:defRPr sz="2600"/>
          </a:lvl6pPr>
          <a:lvl7pPr marL="1371600" indent="-228600" algn="l">
            <a:defRPr sz="2600"/>
          </a:lvl7pPr>
          <a:lvl8pPr marL="1600200" indent="-228600" algn="l">
            <a:defRPr sz="2600"/>
          </a:lvl8pPr>
          <a:lvl9pPr marL="1828800" indent="-228600" algn="l">
            <a:defRPr sz="2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dirty="0">
              <a:solidFill>
                <a:schemeClr val="dk1"/>
              </a:solidFill>
            </a:rPr>
            <a:t>G</a:t>
          </a:r>
          <a:r>
            <a:rPr lang="en-US" altLang="en-IN" dirty="0">
              <a:solidFill>
                <a:schemeClr val="dk1"/>
              </a:solidFill>
            </a:rPr>
            <a:t>roq Cloud</a:t>
          </a:r>
          <a:endParaRPr lang="en-US" alt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IN" dirty="0">
              <a:solidFill>
                <a:schemeClr val="dk1"/>
              </a:solidFill>
            </a:rPr>
            <a:t>qwen/qwen3.6-27b</a:t>
          </a:r>
          <a:endParaRPr lang="en-US" altLang="en-IN" dirty="0">
            <a:solidFill>
              <a:schemeClr val="dk1"/>
            </a:solidFill>
          </a:endParaRPr>
        </a:p>
      </dsp:txBody>
      <dsp:txXfrm>
        <a:off x="9243983" y="3810402"/>
        <a:ext cx="2702919" cy="2548890"/>
      </dsp:txXfrm>
    </dsp:sp>
    <dsp:sp modelId="{A75E4CDA-8B43-4851-8D20-12F4442A5EC9}">
      <dsp:nvSpPr>
        <dsp:cNvPr id="11" name="Rectangles 10"/>
        <dsp:cNvSpPr/>
      </dsp:nvSpPr>
      <dsp:spPr bwMode="white">
        <a:xfrm>
          <a:off x="12305877" y="3131622"/>
          <a:ext cx="2702919" cy="748800"/>
        </a:xfrm>
        <a:prstGeom prst="rect">
          <a:avLst/>
        </a:prstGeom>
        <a:sp3d prstMaterial="plastic">
          <a:bevelT w="127000" h="25400" prst="relaxedInset"/>
        </a:sp3d>
      </dsp:spPr>
      <dsp:style>
        <a:lnRef idx="0">
          <a:schemeClr val="accent4">
            <a:hueOff val="-4500000"/>
            <a:satOff val="26667"/>
            <a:lumOff val="2353"/>
            <a:alpha val="100000"/>
          </a:schemeClr>
        </a:lnRef>
        <a:fillRef idx="3">
          <a:schemeClr val="accent4">
            <a:hueOff val="-4500000"/>
            <a:satOff val="26667"/>
            <a:lumOff val="2353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184912" tIns="105664" rIns="184912" bIns="105664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Backend</a:t>
          </a:r>
          <a:endParaRPr lang="en-IN" dirty="0"/>
        </a:p>
      </dsp:txBody>
      <dsp:txXfrm>
        <a:off x="12305877" y="3131622"/>
        <a:ext cx="2702919" cy="748800"/>
      </dsp:txXfrm>
    </dsp:sp>
    <dsp:sp modelId="{33C4EACF-BDA8-47A6-B09F-66E3D765975E}">
      <dsp:nvSpPr>
        <dsp:cNvPr id="12" name="Rectangles 11"/>
        <dsp:cNvSpPr/>
      </dsp:nvSpPr>
      <dsp:spPr bwMode="white">
        <a:xfrm>
          <a:off x="12305877" y="3895127"/>
          <a:ext cx="2702919" cy="2548890"/>
        </a:xfrm>
        <a:prstGeom prst="rect">
          <a:avLst/>
        </a:prstGeom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hemeClr val="accent4">
            <a:tint val="40000"/>
            <a:alpha val="90000"/>
            <a:hueOff val="-4020000"/>
            <a:satOff val="20784"/>
            <a:lumOff val="1176"/>
            <a:alpha val="90196"/>
          </a:schemeClr>
        </a:lnRef>
        <a:fillRef idx="1">
          <a:schemeClr val="accent4">
            <a:tint val="40000"/>
            <a:alpha val="90000"/>
            <a:hueOff val="-4020000"/>
            <a:satOff val="20784"/>
            <a:lumOff val="1176"/>
            <a:alpha val="90196"/>
          </a:schemeClr>
        </a:fillRef>
        <a:effectRef idx="2">
          <a:scrgbClr r="0" g="0" b="0"/>
        </a:effectRef>
        <a:fontRef idx="minor"/>
      </dsp:style>
      <dsp:txBody>
        <a:bodyPr vert="horz" wrap="square" lIns="138684" tIns="138684" rIns="184912" bIns="208026" anchor="t"/>
        <a:lstStyle>
          <a:lvl1pPr algn="l">
            <a:defRPr sz="2600"/>
          </a:lvl1pPr>
          <a:lvl2pPr marL="228600" indent="-228600" algn="l">
            <a:defRPr sz="2600"/>
          </a:lvl2pPr>
          <a:lvl3pPr marL="457200" indent="-228600" algn="l">
            <a:defRPr sz="2600"/>
          </a:lvl3pPr>
          <a:lvl4pPr marL="685800" indent="-228600" algn="l">
            <a:defRPr sz="2600"/>
          </a:lvl4pPr>
          <a:lvl5pPr marL="914400" indent="-228600" algn="l">
            <a:defRPr sz="2600"/>
          </a:lvl5pPr>
          <a:lvl6pPr marL="1143000" indent="-228600" algn="l">
            <a:defRPr sz="2600"/>
          </a:lvl6pPr>
          <a:lvl7pPr marL="1371600" indent="-228600" algn="l">
            <a:defRPr sz="2600"/>
          </a:lvl7pPr>
          <a:lvl8pPr marL="1600200" indent="-228600" algn="l">
            <a:defRPr sz="2600"/>
          </a:lvl8pPr>
          <a:lvl9pPr marL="1828800" indent="-228600" algn="l">
            <a:defRPr sz="2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>
              <a:solidFill>
                <a:schemeClr val="dk1"/>
              </a:solidFill>
            </a:rPr>
            <a:t>Fast API</a:t>
          </a:r>
          <a:endParaRPr 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IN" dirty="0">
              <a:solidFill>
                <a:schemeClr val="dk1"/>
              </a:solidFill>
            </a:rPr>
            <a:t>PostgreSQL</a:t>
          </a:r>
          <a:endParaRPr lang="en-US" alt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IN" dirty="0">
              <a:solidFill>
                <a:schemeClr val="dk1"/>
              </a:solidFill>
            </a:rPr>
            <a:t>JWT Auth</a:t>
          </a:r>
          <a:endParaRPr lang="en-US" altLang="en-IN" dirty="0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IN" dirty="0">
              <a:solidFill>
                <a:schemeClr val="dk1"/>
              </a:solidFill>
            </a:rPr>
            <a:t>pypdf</a:t>
          </a:r>
          <a:endParaRPr lang="en-US" altLang="en-IN" dirty="0">
            <a:solidFill>
              <a:schemeClr val="dk1"/>
            </a:solidFill>
          </a:endParaRPr>
        </a:p>
      </dsp:txBody>
      <dsp:txXfrm>
        <a:off x="12305877" y="3895127"/>
        <a:ext cx="2702919" cy="25488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2192000" cy="4952999"/>
        <a:chOff x="0" y="0"/>
        <a:chExt cx="12192000" cy="4952999"/>
      </a:xfrm>
    </dsp:grpSpPr>
    <dsp:sp modelId="{18EE7F84-19EF-4701-A6AB-0BD037EF80FD}">
      <dsp:nvSpPr>
        <dsp:cNvPr id="3" name="Chevron 2"/>
        <dsp:cNvSpPr/>
      </dsp:nvSpPr>
      <dsp:spPr bwMode="white">
        <a:xfrm>
          <a:off x="486014" y="384835"/>
          <a:ext cx="3173843" cy="1269537"/>
        </a:xfrm>
        <a:prstGeom prst="chevron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1910" tIns="20955" rIns="0" bIns="20955" anchor="ctr"/>
        <a:lstStyle>
          <a:lvl1pPr algn="ctr">
            <a:defRPr sz="3300"/>
          </a:lvl1pPr>
          <a:lvl2pPr marL="228600" indent="-228600" algn="ctr">
            <a:defRPr sz="2500"/>
          </a:lvl2pPr>
          <a:lvl3pPr marL="457200" indent="-228600" algn="ctr">
            <a:defRPr sz="2500"/>
          </a:lvl3pPr>
          <a:lvl4pPr marL="685800" indent="-228600" algn="ctr">
            <a:defRPr sz="2500"/>
          </a:lvl4pPr>
          <a:lvl5pPr marL="914400" indent="-228600" algn="ctr">
            <a:defRPr sz="2500"/>
          </a:lvl5pPr>
          <a:lvl6pPr marL="1143000" indent="-228600" algn="ctr">
            <a:defRPr sz="2500"/>
          </a:lvl6pPr>
          <a:lvl7pPr marL="1371600" indent="-228600" algn="ctr">
            <a:defRPr sz="2500"/>
          </a:lvl7pPr>
          <a:lvl8pPr marL="1600200" indent="-228600" algn="ctr">
            <a:defRPr sz="2500"/>
          </a:lvl8pPr>
          <a:lvl9pPr marL="1828800" indent="-228600" algn="ctr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dirty="0"/>
            <a:t>Traditional ATS</a:t>
          </a:r>
        </a:p>
      </dsp:txBody>
      <dsp:txXfrm>
        <a:off x="486014" y="384835"/>
        <a:ext cx="3173843" cy="1269537"/>
      </dsp:txXfrm>
    </dsp:sp>
    <dsp:sp modelId="{18D09145-CDF4-4B25-A7CB-AFE611F86E5C}">
      <dsp:nvSpPr>
        <dsp:cNvPr id="4" name="Chevron 3"/>
        <dsp:cNvSpPr/>
      </dsp:nvSpPr>
      <dsp:spPr bwMode="white">
        <a:xfrm>
          <a:off x="3986451" y="492759"/>
          <a:ext cx="2634290" cy="1053716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5560" tIns="17780" rIns="0" bIns="1778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dirty="0">
              <a:solidFill>
                <a:schemeClr val="dk1"/>
              </a:solidFill>
            </a:rPr>
            <a:t>Resume</a:t>
          </a:r>
          <a:endParaRPr>
            <a:solidFill>
              <a:schemeClr val="dk1"/>
            </a:solidFill>
          </a:endParaRPr>
        </a:p>
      </dsp:txBody>
      <dsp:txXfrm>
        <a:off x="3986451" y="492759"/>
        <a:ext cx="2634290" cy="1053716"/>
      </dsp:txXfrm>
    </dsp:sp>
    <dsp:sp modelId="{1BBAC681-A765-411B-8CD2-D305651C23B6}">
      <dsp:nvSpPr>
        <dsp:cNvPr id="5" name="Chevron 4"/>
        <dsp:cNvSpPr/>
      </dsp:nvSpPr>
      <dsp:spPr bwMode="white">
        <a:xfrm>
          <a:off x="6654144" y="492759"/>
          <a:ext cx="2634290" cy="1053716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5560" tIns="17780" rIns="0" bIns="1778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dirty="0">
              <a:solidFill>
                <a:schemeClr val="dk1"/>
              </a:solidFill>
            </a:rPr>
            <a:t>Screening</a:t>
          </a:r>
          <a:endParaRPr>
            <a:solidFill>
              <a:schemeClr val="dk1"/>
            </a:solidFill>
          </a:endParaRPr>
        </a:p>
      </dsp:txBody>
      <dsp:txXfrm>
        <a:off x="6654144" y="492759"/>
        <a:ext cx="2634290" cy="1053716"/>
      </dsp:txXfrm>
    </dsp:sp>
    <dsp:sp modelId="{C97B124D-D377-48EE-96E1-F1A2FC2758F5}">
      <dsp:nvSpPr>
        <dsp:cNvPr id="6" name="Chevron 5"/>
        <dsp:cNvSpPr/>
      </dsp:nvSpPr>
      <dsp:spPr bwMode="white">
        <a:xfrm>
          <a:off x="486014" y="1981075"/>
          <a:ext cx="3173843" cy="1269537"/>
        </a:xfrm>
        <a:prstGeom prst="chevron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1910" tIns="20955" rIns="0" bIns="20955" anchor="ctr"/>
        <a:lstStyle>
          <a:lvl1pPr algn="ctr">
            <a:defRPr sz="3300"/>
          </a:lvl1pPr>
          <a:lvl2pPr marL="228600" indent="-228600" algn="ctr">
            <a:defRPr sz="2500"/>
          </a:lvl2pPr>
          <a:lvl3pPr marL="457200" indent="-228600" algn="ctr">
            <a:defRPr sz="2500"/>
          </a:lvl3pPr>
          <a:lvl4pPr marL="685800" indent="-228600" algn="ctr">
            <a:defRPr sz="2500"/>
          </a:lvl4pPr>
          <a:lvl5pPr marL="914400" indent="-228600" algn="ctr">
            <a:defRPr sz="2500"/>
          </a:lvl5pPr>
          <a:lvl6pPr marL="1143000" indent="-228600" algn="ctr">
            <a:defRPr sz="2500"/>
          </a:lvl6pPr>
          <a:lvl7pPr marL="1371600" indent="-228600" algn="ctr">
            <a:defRPr sz="2500"/>
          </a:lvl7pPr>
          <a:lvl8pPr marL="1600200" indent="-228600" algn="ctr">
            <a:defRPr sz="2500"/>
          </a:lvl8pPr>
          <a:lvl9pPr marL="1828800" indent="-228600" algn="ctr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dirty="0"/>
            <a:t>AI Code Review</a:t>
          </a:r>
        </a:p>
      </dsp:txBody>
      <dsp:txXfrm>
        <a:off x="486014" y="1981075"/>
        <a:ext cx="3173843" cy="1269537"/>
      </dsp:txXfrm>
    </dsp:sp>
    <dsp:sp modelId="{1809B567-2B92-4110-A244-B41015465C7A}">
      <dsp:nvSpPr>
        <dsp:cNvPr id="7" name="Chevron 6"/>
        <dsp:cNvSpPr/>
      </dsp:nvSpPr>
      <dsp:spPr bwMode="white">
        <a:xfrm>
          <a:off x="3986451" y="2133515"/>
          <a:ext cx="2634290" cy="1053716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45720" tIns="22860" rIns="0" bIns="2286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dirty="0">
              <a:solidFill>
                <a:schemeClr val="dk1"/>
              </a:solidFill>
            </a:rPr>
            <a:t>Code</a:t>
          </a:r>
          <a:endParaRPr>
            <a:solidFill>
              <a:schemeClr val="dk1"/>
            </a:solidFill>
          </a:endParaRPr>
        </a:p>
      </dsp:txBody>
      <dsp:txXfrm>
        <a:off x="3986451" y="2133515"/>
        <a:ext cx="2634290" cy="1053716"/>
      </dsp:txXfrm>
    </dsp:sp>
    <dsp:sp modelId="{F1DA65D2-2D9B-4934-BBF3-5352BA80ADB5}">
      <dsp:nvSpPr>
        <dsp:cNvPr id="8" name="Chevron 7"/>
        <dsp:cNvSpPr/>
      </dsp:nvSpPr>
      <dsp:spPr bwMode="white">
        <a:xfrm>
          <a:off x="6654144" y="2057289"/>
          <a:ext cx="2634290" cy="1053716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5560" tIns="17780" rIns="0" bIns="1778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dirty="0">
              <a:solidFill>
                <a:schemeClr val="dk1"/>
              </a:solidFill>
            </a:rPr>
            <a:t>Quality Analysis</a:t>
          </a:r>
          <a:endParaRPr>
            <a:solidFill>
              <a:schemeClr val="dk1"/>
            </a:solidFill>
          </a:endParaRPr>
        </a:p>
      </dsp:txBody>
      <dsp:txXfrm>
        <a:off x="6654144" y="2057289"/>
        <a:ext cx="2634290" cy="1053716"/>
      </dsp:txXfrm>
    </dsp:sp>
    <dsp:sp modelId="{4878CFAD-CA60-4D89-B27A-FAAA5F9D9821}">
      <dsp:nvSpPr>
        <dsp:cNvPr id="9" name="Chevron 8"/>
        <dsp:cNvSpPr/>
      </dsp:nvSpPr>
      <dsp:spPr bwMode="white">
        <a:xfrm>
          <a:off x="1589" y="3683462"/>
          <a:ext cx="3173843" cy="1269537"/>
        </a:xfrm>
        <a:prstGeom prst="chevron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41910" tIns="20955" rIns="0" bIns="20955" anchor="ctr"/>
        <a:lstStyle>
          <a:lvl1pPr algn="ctr">
            <a:defRPr sz="3300"/>
          </a:lvl1pPr>
          <a:lvl2pPr marL="228600" indent="-228600" algn="ctr">
            <a:defRPr sz="2500"/>
          </a:lvl2pPr>
          <a:lvl3pPr marL="457200" indent="-228600" algn="ctr">
            <a:defRPr sz="2500"/>
          </a:lvl3pPr>
          <a:lvl4pPr marL="685800" indent="-228600" algn="ctr">
            <a:defRPr sz="2500"/>
          </a:lvl4pPr>
          <a:lvl5pPr marL="914400" indent="-228600" algn="ctr">
            <a:defRPr sz="2500"/>
          </a:lvl5pPr>
          <a:lvl6pPr marL="1143000" indent="-228600" algn="ctr">
            <a:defRPr sz="2500"/>
          </a:lvl6pPr>
          <a:lvl7pPr marL="1371600" indent="-228600" algn="ctr">
            <a:defRPr sz="2500"/>
          </a:lvl7pPr>
          <a:lvl8pPr marL="1600200" indent="-228600" algn="ctr">
            <a:defRPr sz="2500"/>
          </a:lvl8pPr>
          <a:lvl9pPr marL="1828800" indent="-228600" algn="ctr">
            <a:defRPr sz="2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dirty="0"/>
            <a:t>VEILAUDIT</a:t>
          </a:r>
        </a:p>
      </dsp:txBody>
      <dsp:txXfrm>
        <a:off x="1589" y="3683462"/>
        <a:ext cx="3173843" cy="1269537"/>
      </dsp:txXfrm>
    </dsp:sp>
    <dsp:sp modelId="{4F720E1D-515F-4E6E-B445-2E4CD09958F1}">
      <dsp:nvSpPr>
        <dsp:cNvPr id="10" name="Chevron 9"/>
        <dsp:cNvSpPr/>
      </dsp:nvSpPr>
      <dsp:spPr bwMode="white">
        <a:xfrm>
          <a:off x="2780159" y="3810350"/>
          <a:ext cx="2634290" cy="1053716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40640" tIns="20320" rIns="0" bIns="2032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dirty="0">
              <a:solidFill>
                <a:schemeClr val="dk1"/>
              </a:solidFill>
            </a:rPr>
            <a:t>Identity</a:t>
          </a:r>
          <a:endParaRPr>
            <a:solidFill>
              <a:schemeClr val="dk1"/>
            </a:solidFill>
          </a:endParaRPr>
        </a:p>
      </dsp:txBody>
      <dsp:txXfrm>
        <a:off x="2780159" y="3810350"/>
        <a:ext cx="2634290" cy="1053716"/>
      </dsp:txXfrm>
    </dsp:sp>
    <dsp:sp modelId="{13E670A7-1FA5-4D1E-B66E-3570FF33321C}">
      <dsp:nvSpPr>
        <dsp:cNvPr id="11" name="Chevron 10"/>
        <dsp:cNvSpPr/>
      </dsp:nvSpPr>
      <dsp:spPr bwMode="white">
        <a:xfrm>
          <a:off x="5024542" y="3810350"/>
          <a:ext cx="2634290" cy="1053716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5560" tIns="17780" rIns="0" bIns="1778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dirty="0">
              <a:solidFill>
                <a:schemeClr val="dk1"/>
              </a:solidFill>
            </a:rPr>
            <a:t>Redaction</a:t>
          </a:r>
          <a:endParaRPr>
            <a:solidFill>
              <a:schemeClr val="dk1"/>
            </a:solidFill>
          </a:endParaRPr>
        </a:p>
      </dsp:txBody>
      <dsp:txXfrm>
        <a:off x="5024542" y="3810350"/>
        <a:ext cx="2634290" cy="1053716"/>
      </dsp:txXfrm>
    </dsp:sp>
    <dsp:sp modelId="{DA5468BE-0359-411F-8B3D-41DFC581F042}">
      <dsp:nvSpPr>
        <dsp:cNvPr id="12" name="Chevron 11"/>
        <dsp:cNvSpPr/>
      </dsp:nvSpPr>
      <dsp:spPr bwMode="white">
        <a:xfrm>
          <a:off x="7268924" y="3810350"/>
          <a:ext cx="2634290" cy="1053716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5560" tIns="17780" rIns="0" bIns="1778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dirty="0">
              <a:solidFill>
                <a:schemeClr val="dk1"/>
              </a:solidFill>
            </a:rPr>
            <a:t>Merit Evaluation</a:t>
          </a:r>
          <a:endParaRPr>
            <a:solidFill>
              <a:schemeClr val="dk1"/>
            </a:solidFill>
          </a:endParaRPr>
        </a:p>
      </dsp:txBody>
      <dsp:txXfrm>
        <a:off x="7268924" y="3810350"/>
        <a:ext cx="2634290" cy="1053716"/>
      </dsp:txXfrm>
    </dsp:sp>
    <dsp:sp modelId="{14C4AF91-28C1-4C75-9306-C380D809E2A1}">
      <dsp:nvSpPr>
        <dsp:cNvPr id="13" name="Chevron 12"/>
        <dsp:cNvSpPr/>
      </dsp:nvSpPr>
      <dsp:spPr bwMode="white">
        <a:xfrm>
          <a:off x="9513307" y="3810350"/>
          <a:ext cx="2634290" cy="1053716"/>
        </a:xfrm>
        <a:prstGeom prst="chevron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35560" tIns="17780" rIns="0" bIns="17780" anchor="ctr"/>
        <a:lstStyle>
          <a:lvl1pPr algn="ctr">
            <a:defRPr sz="28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dirty="0">
              <a:solidFill>
                <a:schemeClr val="dk1"/>
              </a:solidFill>
            </a:rPr>
            <a:t>Audit</a:t>
          </a:r>
          <a:endParaRPr>
            <a:solidFill>
              <a:schemeClr val="dk1"/>
            </a:solidFill>
          </a:endParaRPr>
        </a:p>
      </dsp:txBody>
      <dsp:txXfrm>
        <a:off x="9513307" y="3810350"/>
        <a:ext cx="2634290" cy="10537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nodeVertAlign" val="t"/>
          <dgm:param type="vertAlign" val="mid"/>
          <dgm:param type="nodeHorzAlign" val="l"/>
          <dgm:param type="fallback" val="2D"/>
        </dgm:alg>
      </dgm:if>
      <dgm:else name="Name3">
        <dgm:alg type="lin">
          <dgm:param type="linDir" val="fromT"/>
          <dgm:param type="nodeVertAlign" val="t"/>
          <dgm:param type="vertAlign" val="mid"/>
          <dgm:param type="nodeHorzAlign" val="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VertAlign" val="mid"/>
              <dgm:param type="nodeHorzAlign" val="l"/>
              <dgm:param type="fallback" val="2D"/>
            </dgm:alg>
          </dgm:if>
          <dgm:else name="Name7">
            <dgm:alg type="lin">
              <dgm:param type="linDir" val="fromR"/>
              <dgm:param type="nodeVertAlign" val="mid"/>
              <dgm:param type="nodeHorzAlign" val="r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type="chevron" r:blip="" rot="180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type="chevron" r:blip="" rot="180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89949" y="0"/>
            <a:ext cx="10286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2116" y="1656230"/>
            <a:ext cx="13998575" cy="993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4257" y="3393593"/>
            <a:ext cx="17231995" cy="2828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294422" y="9737490"/>
            <a:ext cx="1049020" cy="316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502763" y="9737490"/>
            <a:ext cx="885825" cy="316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8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0.pn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1.pn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microsoft.com/office/2007/relationships/diagramDrawing" Target="../diagrams/drawing1.xml"/><Relationship Id="rId7" Type="http://schemas.openxmlformats.org/officeDocument/2006/relationships/diagramColors" Target="../diagrams/colors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hyperlink" Target="https://github.com/Wildfrost-stack/CVhelper" TargetMode="External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8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5912" y="6566576"/>
            <a:ext cx="991869" cy="0"/>
          </a:xfrm>
          <a:custGeom>
            <a:avLst/>
            <a:gdLst/>
            <a:ahLst/>
            <a:cxnLst/>
            <a:rect l="l" t="t" r="r" b="b"/>
            <a:pathLst>
              <a:path w="991869">
                <a:moveTo>
                  <a:pt x="0" y="0"/>
                </a:moveTo>
                <a:lnTo>
                  <a:pt x="991268" y="0"/>
                </a:lnTo>
              </a:path>
            </a:pathLst>
          </a:custGeom>
          <a:ln w="95249">
            <a:solidFill>
              <a:srgbClr val="FF5C1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509905" y="0"/>
            <a:ext cx="17194530" cy="10287000"/>
            <a:chOff x="509905" y="0"/>
            <a:chExt cx="17194530" cy="1028700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089950" y="0"/>
              <a:ext cx="10286999" cy="10286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062222" y="3795547"/>
              <a:ext cx="1966595" cy="0"/>
            </a:xfrm>
            <a:custGeom>
              <a:avLst/>
              <a:gdLst/>
              <a:ahLst/>
              <a:cxnLst/>
              <a:rect l="l" t="t" r="r" b="b"/>
              <a:pathLst>
                <a:path w="1966595">
                  <a:moveTo>
                    <a:pt x="0" y="0"/>
                  </a:moveTo>
                  <a:lnTo>
                    <a:pt x="1966217" y="0"/>
                  </a:lnTo>
                </a:path>
              </a:pathLst>
            </a:custGeom>
            <a:ln w="40211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6049522" y="1516158"/>
            <a:ext cx="6068060" cy="2216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350" spc="2195" dirty="0"/>
              <a:t>BUILD</a:t>
            </a:r>
            <a:endParaRPr sz="14350" dirty="0"/>
          </a:p>
        </p:txBody>
      </p:sp>
      <p:sp>
        <p:nvSpPr>
          <p:cNvPr id="9" name="object 9"/>
          <p:cNvSpPr txBox="1"/>
          <p:nvPr/>
        </p:nvSpPr>
        <p:spPr>
          <a:xfrm>
            <a:off x="8291456" y="3416034"/>
            <a:ext cx="151765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b="1" spc="610" dirty="0">
                <a:solidFill>
                  <a:srgbClr val="8625B4"/>
                </a:solidFill>
                <a:latin typeface="Calibri" panose="020F0502020204030204"/>
                <a:cs typeface="Calibri" panose="020F0502020204030204"/>
              </a:rPr>
              <a:t>WITH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64094" y="3393593"/>
            <a:ext cx="8676005" cy="2629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50" b="1" spc="-72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भारत</a:t>
            </a:r>
            <a:r>
              <a:rPr sz="17050" b="1" spc="2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7050" b="1" spc="158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2.0</a:t>
            </a:r>
            <a:endParaRPr sz="170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99383" y="71388"/>
            <a:ext cx="16639540" cy="6340475"/>
            <a:chOff x="899383" y="71388"/>
            <a:chExt cx="16639540" cy="6340475"/>
          </a:xfrm>
        </p:grpSpPr>
        <p:sp>
          <p:nvSpPr>
            <p:cNvPr id="12" name="object 12"/>
            <p:cNvSpPr/>
            <p:nvPr/>
          </p:nvSpPr>
          <p:spPr>
            <a:xfrm>
              <a:off x="10053791" y="3815654"/>
              <a:ext cx="1966595" cy="0"/>
            </a:xfrm>
            <a:custGeom>
              <a:avLst/>
              <a:gdLst/>
              <a:ahLst/>
              <a:cxnLst/>
              <a:rect l="l" t="t" r="r" b="b"/>
              <a:pathLst>
                <a:path w="1966595">
                  <a:moveTo>
                    <a:pt x="0" y="0"/>
                  </a:moveTo>
                  <a:lnTo>
                    <a:pt x="1966217" y="0"/>
                  </a:lnTo>
                </a:path>
              </a:pathLst>
            </a:custGeom>
            <a:ln w="40211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41909" y="6169789"/>
              <a:ext cx="217905" cy="21790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15467" y="6184809"/>
              <a:ext cx="222015" cy="2265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89180" y="6189514"/>
              <a:ext cx="217905" cy="21790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9383" y="166056"/>
              <a:ext cx="1607009" cy="162392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017569" y="5691354"/>
            <a:ext cx="595630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182495" algn="l"/>
                <a:tab pos="3549650" algn="l"/>
              </a:tabLst>
            </a:pPr>
            <a:r>
              <a:rPr sz="2100" b="1" spc="33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1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23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114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7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3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1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4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100" b="1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100" b="1" spc="39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9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0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9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4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100" b="1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100" b="1" spc="39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1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43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40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1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23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9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100" b="1" spc="6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37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100" b="1" spc="5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28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N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23" name="object 23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</a:t>
            </a:r>
            <a:r>
              <a:rPr sz="1850" b="1" spc="-9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त</a:t>
            </a:r>
            <a:r>
              <a:rPr sz="1850" b="1" spc="-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16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50" b="1" spc="4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b="1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. </a:t>
            </a:r>
            <a:r>
              <a:rPr sz="1850" b="1" spc="27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7530" y="6727190"/>
            <a:ext cx="17202150" cy="3010535"/>
          </a:xfrm>
          <a:prstGeom prst="rect">
            <a:avLst/>
          </a:prstGeom>
        </p:spPr>
        <p:txBody>
          <a:bodyPr vert="horz" wrap="square" lIns="0" tIns="21717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710"/>
              </a:spcBef>
              <a:tabLst>
                <a:tab pos="1457960" algn="l"/>
              </a:tabLst>
            </a:pPr>
            <a:r>
              <a:rPr lang="en-US" altLang="en-GB" sz="2500" b="1" u="none" spc="28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TEAM NAME: </a:t>
            </a:r>
            <a:r>
              <a:rPr lang="en-US" sz="2500" b="1" u="sng" spc="28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BYTECODE</a:t>
            </a:r>
            <a:endParaRPr sz="2500" u="none" dirty="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ts val="4840"/>
              </a:lnSpc>
              <a:spcBef>
                <a:spcPts val="240"/>
              </a:spcBef>
              <a:tabLst>
                <a:tab pos="1457960" algn="l"/>
                <a:tab pos="2439670" algn="l"/>
              </a:tabLst>
            </a:pPr>
            <a:r>
              <a:rPr lang="en-US" altLang="en-GB" sz="2500" b="1" spc="-5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P R O B L E M  S T A T E M E N T :  </a:t>
            </a:r>
            <a:r>
              <a:rPr lang="en-US" sz="2500" b="1" u="sng" spc="-5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Privacy-Preserving Agentic HR &amp; Code Review Auditor</a:t>
            </a:r>
            <a:endParaRPr lang="en-US" sz="2500" b="1" spc="-50" dirty="0">
              <a:solidFill>
                <a:srgbClr val="212121"/>
              </a:solidFill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ts val="4840"/>
              </a:lnSpc>
              <a:spcBef>
                <a:spcPts val="240"/>
              </a:spcBef>
              <a:tabLst>
                <a:tab pos="1457960" algn="l"/>
                <a:tab pos="2439670" algn="l"/>
              </a:tabLst>
            </a:pPr>
            <a:r>
              <a:rPr lang="en-US" altLang="en-US" sz="2500" b="1" spc="6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00" b="1" spc="46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lang="en-US" sz="2500" b="1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AM MEMBER: </a:t>
            </a:r>
            <a:r>
              <a:rPr lang="en-US" sz="2000" b="1" u="sng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Jitendra Behara</a:t>
            </a:r>
            <a:r>
              <a:rPr lang="en-US" sz="2000" b="1" u="none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, </a:t>
            </a:r>
            <a:r>
              <a:rPr lang="en-US" sz="2000" b="1" u="sng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Jitendra Shah</a:t>
            </a:r>
            <a:r>
              <a:rPr lang="en-US" sz="2000" b="1" u="none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, </a:t>
            </a:r>
            <a:r>
              <a:rPr lang="en-US" sz="2000" b="1" u="sng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Kumari Soni Gupta</a:t>
            </a:r>
            <a:r>
              <a:rPr lang="en-US" sz="2000" b="1" u="none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, </a:t>
            </a:r>
            <a:r>
              <a:rPr lang="en-US" sz="2000" b="1" u="sng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Kirti Kashyap</a:t>
            </a:r>
            <a:r>
              <a:rPr lang="en-US" sz="2000" b="1" u="none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, </a:t>
            </a:r>
            <a:r>
              <a:rPr lang="en-US" sz="2000" b="1" u="sng" spc="37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Manthan</a:t>
            </a:r>
            <a:endParaRPr sz="20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lang="en-US" altLang="en-US" sz="2500" b="1" spc="6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CO</a:t>
            </a:r>
            <a:r>
              <a:rPr sz="2500" b="1" spc="44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LL</a:t>
            </a:r>
            <a:r>
              <a:rPr sz="2500" b="1" spc="46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00" b="1" spc="36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500" b="1" spc="465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00" b="1" spc="7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00" b="1" spc="-5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lang="en-US" sz="2500" b="1" spc="-5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2500" b="1" u="sng" spc="-50" dirty="0">
                <a:solidFill>
                  <a:srgbClr val="212121"/>
                </a:solidFill>
                <a:latin typeface="Calibri" panose="020F0502020204030204"/>
                <a:cs typeface="Calibri" panose="020F0502020204030204"/>
              </a:rPr>
              <a:t>Lloyd institute of engineering and technology</a:t>
            </a:r>
            <a:endParaRPr sz="2500" u="sng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22116" y="2003289"/>
            <a:ext cx="17178735" cy="7127852"/>
            <a:chOff x="1405996" y="2063155"/>
            <a:chExt cx="16513375" cy="8236756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405996" y="3162301"/>
              <a:ext cx="9471135" cy="713761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877131" y="2194519"/>
              <a:ext cx="6921500" cy="0"/>
            </a:xfrm>
            <a:custGeom>
              <a:avLst/>
              <a:gdLst/>
              <a:ahLst/>
              <a:cxnLst/>
              <a:rect l="l" t="t" r="r" b="b"/>
              <a:pathLst>
                <a:path w="6921500">
                  <a:moveTo>
                    <a:pt x="0" y="0"/>
                  </a:moveTo>
                  <a:lnTo>
                    <a:pt x="6920876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656481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0" dirty="0"/>
              <a:t>PROBLEM</a:t>
            </a:r>
            <a:r>
              <a:rPr spc="390" dirty="0"/>
              <a:t> </a:t>
            </a:r>
            <a:r>
              <a:rPr spc="875" dirty="0"/>
              <a:t>STATEMENT</a:t>
            </a:r>
            <a:endParaRPr spc="875" dirty="0"/>
          </a:p>
        </p:txBody>
      </p:sp>
      <p:grpSp>
        <p:nvGrpSpPr>
          <p:cNvPr id="8" name="object 8"/>
          <p:cNvGrpSpPr/>
          <p:nvPr/>
        </p:nvGrpSpPr>
        <p:grpSpPr>
          <a:xfrm>
            <a:off x="557530" y="71388"/>
            <a:ext cx="17099280" cy="9886315"/>
            <a:chOff x="557530" y="71388"/>
            <a:chExt cx="17099280" cy="9886315"/>
          </a:xfrm>
        </p:grpSpPr>
        <p:sp>
          <p:nvSpPr>
            <p:cNvPr id="9" name="object 9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16" name="object 16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</a:t>
            </a:r>
            <a:r>
              <a:rPr sz="1850" b="1" spc="-9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त</a:t>
            </a:r>
            <a:r>
              <a:rPr sz="1850" b="1" spc="-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16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50" b="1" spc="4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b="1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. </a:t>
            </a:r>
            <a:r>
              <a:rPr sz="1850" b="1" spc="27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116" y="3692885"/>
            <a:ext cx="916439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THE PROBLEM</a:t>
            </a:r>
            <a:endParaRPr lang="en-IN" sz="3600" b="1" dirty="0"/>
          </a:p>
          <a:p>
            <a:pPr>
              <a:buNone/>
            </a:pPr>
            <a:r>
              <a:rPr lang="en-IN" sz="2400" dirty="0"/>
              <a:t>Modern AI-assisted hiring systems process </a:t>
            </a:r>
            <a:r>
              <a:rPr lang="en-IN" sz="2400" b="1" dirty="0"/>
              <a:t>resumes and code together with personal identity data</a:t>
            </a:r>
            <a:r>
              <a:rPr lang="en-IN" sz="2400" dirty="0"/>
              <a:t>, creating</a:t>
            </a:r>
            <a:endParaRPr lang="en-IN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853718" y="6442739"/>
            <a:ext cx="9144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Core Challenge</a:t>
            </a:r>
            <a:endParaRPr lang="en-IN" sz="3600" b="1" dirty="0"/>
          </a:p>
          <a:p>
            <a:pPr>
              <a:buNone/>
            </a:pPr>
            <a:r>
              <a:rPr lang="en-IN" sz="2400" dirty="0"/>
              <a:t>How can we evaluate a developer's skills without letting their identity influence the evaluation?</a:t>
            </a:r>
            <a:endParaRPr lang="en-IN" sz="2400" dirty="0"/>
          </a:p>
        </p:txBody>
      </p:sp>
      <p:pic>
        <p:nvPicPr>
          <p:cNvPr id="17" name="Picture 16" descr="privacy_fairness_flow_nob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610" y="2392045"/>
            <a:ext cx="8675370" cy="71837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75" dirty="0"/>
              <a:t>SOLUTION</a:t>
            </a:r>
            <a:endParaRPr spc="875" dirty="0"/>
          </a:p>
        </p:txBody>
      </p:sp>
      <p:sp>
        <p:nvSpPr>
          <p:cNvPr id="3" name="object 3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557530" y="71388"/>
            <a:ext cx="17362170" cy="9886315"/>
            <a:chOff x="557530" y="71388"/>
            <a:chExt cx="17362170" cy="9886315"/>
          </a:xfrm>
        </p:grpSpPr>
        <p:sp>
          <p:nvSpPr>
            <p:cNvPr id="5" name="object 5"/>
            <p:cNvSpPr/>
            <p:nvPr/>
          </p:nvSpPr>
          <p:spPr>
            <a:xfrm>
              <a:off x="5475455" y="2194520"/>
              <a:ext cx="12322810" cy="0"/>
            </a:xfrm>
            <a:custGeom>
              <a:avLst/>
              <a:gdLst/>
              <a:ahLst/>
              <a:cxnLst/>
              <a:rect l="l" t="t" r="r" b="b"/>
              <a:pathLst>
                <a:path w="12322810">
                  <a:moveTo>
                    <a:pt x="0" y="0"/>
                  </a:moveTo>
                  <a:lnTo>
                    <a:pt x="12322551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656482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14" name="object 14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</a:t>
            </a:r>
            <a:r>
              <a:rPr sz="1850" b="1" spc="-9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त</a:t>
            </a:r>
            <a:r>
              <a:rPr sz="1850" b="1" spc="-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16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50" b="1" spc="4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b="1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. </a:t>
            </a:r>
            <a:r>
              <a:rPr sz="1850" b="1" spc="27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116" y="3788532"/>
            <a:ext cx="5782410" cy="2061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/>
              <a:t>OUR SOLUTION — VEILAUDIT</a:t>
            </a:r>
            <a:r>
              <a:rPr lang="en-US" altLang="en-IN" sz="2800" b="1" u="sng" dirty="0"/>
              <a:t>:</a:t>
            </a:r>
            <a:endParaRPr lang="en-US" altLang="en-IN" sz="2800" b="1" u="sng" dirty="0"/>
          </a:p>
          <a:p>
            <a:pPr>
              <a:buNone/>
            </a:pPr>
            <a:endParaRPr lang="en-IN" sz="2800" b="1" u="sng" dirty="0"/>
          </a:p>
          <a:p>
            <a:pPr>
              <a:buNone/>
            </a:pPr>
            <a:r>
              <a:rPr lang="en-IN" sz="2400" dirty="0"/>
              <a:t>An </a:t>
            </a:r>
            <a:r>
              <a:rPr lang="en-IN" sz="2400" b="1" dirty="0"/>
              <a:t>AI-enabled multi-agent privacy layer</a:t>
            </a:r>
            <a:r>
              <a:rPr lang="en-IN" sz="2400" dirty="0"/>
              <a:t> that separates </a:t>
            </a:r>
            <a:r>
              <a:rPr lang="en-IN" sz="2400" b="1" dirty="0"/>
              <a:t>identity from merit</a:t>
            </a:r>
            <a:r>
              <a:rPr lang="en-IN" sz="2400" dirty="0"/>
              <a:t> before evaluation</a:t>
            </a:r>
            <a:r>
              <a:rPr lang="en-IN" dirty="0"/>
              <a:t>.</a:t>
            </a:r>
            <a:endParaRPr lang="en-IN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6" t="8940" r="1352" b="4598"/>
          <a:stretch>
            <a:fillRect/>
          </a:stretch>
        </p:blipFill>
        <p:spPr>
          <a:xfrm>
            <a:off x="7328535" y="3188335"/>
            <a:ext cx="10469880" cy="584263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  <a:headEnd/>
            <a:tailEnd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20" name="TextBox 19"/>
          <p:cNvSpPr txBox="1"/>
          <p:nvPr/>
        </p:nvSpPr>
        <p:spPr>
          <a:xfrm>
            <a:off x="838200" y="6515100"/>
            <a:ext cx="6456045" cy="9493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buNone/>
            </a:pPr>
            <a:r>
              <a:rPr lang="en-IN" sz="2800" b="1" u="sng" dirty="0"/>
              <a:t>Core Principle</a:t>
            </a:r>
            <a:r>
              <a:rPr lang="en-US" altLang="en-IN" sz="2800" b="1" u="sng" dirty="0"/>
              <a:t>:</a:t>
            </a:r>
            <a:endParaRPr lang="en-US" altLang="en-IN" sz="2800" b="1" u="sng" dirty="0"/>
          </a:p>
          <a:p>
            <a:pPr>
              <a:buNone/>
            </a:pPr>
            <a:endParaRPr lang="en-IN" sz="2800" b="1" u="sng" dirty="0"/>
          </a:p>
          <a:p>
            <a:pPr>
              <a:buNone/>
            </a:pPr>
            <a:r>
              <a:rPr lang="en-IN" sz="2000" b="1" dirty="0"/>
              <a:t>IDENTITY BLIND → MERIT DRIVEN → AUDITABLE</a:t>
            </a:r>
            <a:endParaRPr lang="en-IN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20" dirty="0"/>
              <a:t>FLOW</a:t>
            </a:r>
            <a:r>
              <a:rPr spc="365" dirty="0"/>
              <a:t> </a:t>
            </a:r>
            <a:r>
              <a:rPr spc="1080" dirty="0"/>
              <a:t>OF</a:t>
            </a:r>
            <a:r>
              <a:rPr spc="365" dirty="0"/>
              <a:t> </a:t>
            </a:r>
            <a:r>
              <a:rPr spc="875" dirty="0"/>
              <a:t>SOLUTION</a:t>
            </a:r>
            <a:endParaRPr spc="875" dirty="0"/>
          </a:p>
        </p:txBody>
      </p:sp>
      <p:sp>
        <p:nvSpPr>
          <p:cNvPr id="3" name="object 3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557530" y="71388"/>
            <a:ext cx="17362170" cy="9886315"/>
            <a:chOff x="557530" y="71388"/>
            <a:chExt cx="17362170" cy="9886315"/>
          </a:xfrm>
        </p:grpSpPr>
        <p:sp>
          <p:nvSpPr>
            <p:cNvPr id="5" name="object 5"/>
            <p:cNvSpPr/>
            <p:nvPr/>
          </p:nvSpPr>
          <p:spPr>
            <a:xfrm>
              <a:off x="9768736" y="2194520"/>
              <a:ext cx="8107680" cy="0"/>
            </a:xfrm>
            <a:custGeom>
              <a:avLst/>
              <a:gdLst/>
              <a:ahLst/>
              <a:cxnLst/>
              <a:rect l="l" t="t" r="r" b="b"/>
              <a:pathLst>
                <a:path w="8107680">
                  <a:moveTo>
                    <a:pt x="0" y="0"/>
                  </a:moveTo>
                  <a:lnTo>
                    <a:pt x="8107610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656482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14" name="object 14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</a:t>
            </a:r>
            <a:r>
              <a:rPr sz="1850" b="1" spc="-9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त</a:t>
            </a:r>
            <a:r>
              <a:rPr sz="1850" b="1" spc="-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16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50" b="1" spc="4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b="1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. </a:t>
            </a:r>
            <a:r>
              <a:rPr sz="1850" b="1" spc="27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76828" y="2564248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u="sng" dirty="0"/>
              <a:t>HOW VEILAUDIT WORKS</a:t>
            </a:r>
            <a:endParaRPr lang="en-IN" sz="3200" b="1" u="sng" dirty="0"/>
          </a:p>
        </p:txBody>
      </p:sp>
      <p:sp>
        <p:nvSpPr>
          <p:cNvPr id="28" name="TextBox 27"/>
          <p:cNvSpPr txBox="1"/>
          <p:nvPr/>
        </p:nvSpPr>
        <p:spPr>
          <a:xfrm>
            <a:off x="12265025" y="5817870"/>
            <a:ext cx="565404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/>
              <a:t>Privacy Boundary</a:t>
            </a:r>
            <a:r>
              <a:rPr lang="en-US" altLang="en-IN" sz="2400" b="1" u="sng" dirty="0"/>
              <a:t>:</a:t>
            </a:r>
            <a:endParaRPr lang="en-US" altLang="en-IN" sz="2400" b="1" u="sng" dirty="0"/>
          </a:p>
          <a:p>
            <a:pPr>
              <a:buNone/>
            </a:pPr>
            <a:endParaRPr lang="en-IN" sz="2400" b="1" u="sng" dirty="0"/>
          </a:p>
          <a:p>
            <a:pPr>
              <a:buNone/>
            </a:pPr>
            <a:r>
              <a:rPr lang="en-IN" sz="2400" b="1" dirty="0"/>
              <a:t>The Merit Agent never receives the original identity-bearing input</a:t>
            </a:r>
            <a:r>
              <a:rPr lang="en-IN" b="1" dirty="0"/>
              <a:t>.</a:t>
            </a:r>
            <a:endParaRPr lang="en-IN" dirty="0"/>
          </a:p>
        </p:txBody>
      </p:sp>
      <p:pic>
        <p:nvPicPr>
          <p:cNvPr id="15" name="Picture 14" descr="flow_diagram_nob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40" y="3148330"/>
            <a:ext cx="11783060" cy="65900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70" dirty="0"/>
              <a:t>TECH</a:t>
            </a:r>
            <a:r>
              <a:rPr spc="365" dirty="0"/>
              <a:t> </a:t>
            </a:r>
            <a:r>
              <a:rPr spc="1045" dirty="0"/>
              <a:t>STACK</a:t>
            </a:r>
            <a:endParaRPr spc="1045" dirty="0"/>
          </a:p>
        </p:txBody>
      </p:sp>
      <p:sp>
        <p:nvSpPr>
          <p:cNvPr id="3" name="object 3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557530" y="71388"/>
            <a:ext cx="17362170" cy="9886315"/>
            <a:chOff x="557530" y="71388"/>
            <a:chExt cx="17362170" cy="9886315"/>
          </a:xfrm>
        </p:grpSpPr>
        <p:sp>
          <p:nvSpPr>
            <p:cNvPr id="5" name="object 5"/>
            <p:cNvSpPr/>
            <p:nvPr/>
          </p:nvSpPr>
          <p:spPr>
            <a:xfrm>
              <a:off x="6527988" y="2194520"/>
              <a:ext cx="11270615" cy="0"/>
            </a:xfrm>
            <a:custGeom>
              <a:avLst/>
              <a:gdLst/>
              <a:ahLst/>
              <a:cxnLst/>
              <a:rect l="l" t="t" r="r" b="b"/>
              <a:pathLst>
                <a:path w="11270615">
                  <a:moveTo>
                    <a:pt x="0" y="0"/>
                  </a:moveTo>
                  <a:lnTo>
                    <a:pt x="11270019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656482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14" name="object 14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</a:t>
            </a:r>
            <a:r>
              <a:rPr sz="1850" b="1" spc="-9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त</a:t>
            </a:r>
            <a:r>
              <a:rPr sz="1850" b="1" spc="-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16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50" b="1" spc="4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b="1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. </a:t>
            </a:r>
            <a:r>
              <a:rPr sz="1850" b="1" spc="27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18" name="Diagram 17"/>
          <p:cNvGraphicFramePr/>
          <p:nvPr/>
        </p:nvGraphicFramePr>
        <p:xfrm>
          <a:off x="1694984" y="866106"/>
          <a:ext cx="15028230" cy="94208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0" name="Rectangle 19"/>
          <p:cNvSpPr/>
          <p:nvPr/>
        </p:nvSpPr>
        <p:spPr>
          <a:xfrm>
            <a:off x="2057400" y="7789395"/>
            <a:ext cx="9220200" cy="135707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b="1" dirty="0"/>
              <a:t>IMPLEMENTATION APPROACH</a:t>
            </a:r>
            <a:endParaRPr lang="en-IN" sz="2800" b="1" dirty="0"/>
          </a:p>
          <a:p>
            <a:r>
              <a:rPr lang="en-IN" sz="2800" b="1" dirty="0"/>
              <a:t>Detect → Sanitize → Evaluate → Explain → Audit</a:t>
            </a:r>
            <a:endParaRPr lang="en-IN" sz="28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50" spc="730" dirty="0"/>
              <a:t>UNIQUE</a:t>
            </a:r>
            <a:r>
              <a:rPr sz="5550" spc="330" dirty="0"/>
              <a:t> </a:t>
            </a:r>
            <a:r>
              <a:rPr sz="5550" spc="810" dirty="0"/>
              <a:t>SELLING</a:t>
            </a:r>
            <a:r>
              <a:rPr sz="5550" spc="335" dirty="0"/>
              <a:t> </a:t>
            </a:r>
            <a:r>
              <a:rPr sz="5550" spc="800" dirty="0"/>
              <a:t>PROPOSITION</a:t>
            </a:r>
            <a:r>
              <a:rPr sz="5550" spc="330" dirty="0"/>
              <a:t> </a:t>
            </a:r>
            <a:r>
              <a:rPr sz="5550" spc="615" dirty="0"/>
              <a:t>(USP)</a:t>
            </a:r>
            <a:endParaRPr sz="5550" dirty="0"/>
          </a:p>
        </p:txBody>
      </p:sp>
      <p:sp>
        <p:nvSpPr>
          <p:cNvPr id="3" name="object 3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4919069" y="2001242"/>
            <a:ext cx="3000375" cy="262890"/>
            <a:chOff x="14919069" y="2001242"/>
            <a:chExt cx="3000375" cy="262890"/>
          </a:xfrm>
        </p:grpSpPr>
        <p:sp>
          <p:nvSpPr>
            <p:cNvPr id="5" name="object 5"/>
            <p:cNvSpPr/>
            <p:nvPr/>
          </p:nvSpPr>
          <p:spPr>
            <a:xfrm>
              <a:off x="14919069" y="2132607"/>
              <a:ext cx="2826385" cy="0"/>
            </a:xfrm>
            <a:custGeom>
              <a:avLst/>
              <a:gdLst/>
              <a:ahLst/>
              <a:cxnLst/>
              <a:rect l="l" t="t" r="r" b="b"/>
              <a:pathLst>
                <a:path w="2826384">
                  <a:moveTo>
                    <a:pt x="0" y="0"/>
                  </a:moveTo>
                  <a:lnTo>
                    <a:pt x="2825913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656481" y="2001242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557201" y="9289"/>
            <a:ext cx="17099280" cy="9886315"/>
            <a:chOff x="557530" y="71388"/>
            <a:chExt cx="17099280" cy="9886315"/>
          </a:xfrm>
        </p:grpSpPr>
        <p:sp>
          <p:nvSpPr>
            <p:cNvPr id="8" name="object 8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15" name="object 15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</a:t>
            </a:r>
            <a:r>
              <a:rPr sz="1850" b="1" spc="-9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त</a:t>
            </a:r>
            <a:r>
              <a:rPr sz="1850" b="1" spc="-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16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50" b="1" spc="4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b="1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. </a:t>
            </a:r>
            <a:r>
              <a:rPr sz="1850" b="1" spc="27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90" name="Group 89"/>
          <p:cNvGrpSpPr/>
          <p:nvPr/>
        </p:nvGrpSpPr>
        <p:grpSpPr>
          <a:xfrm>
            <a:off x="1353820" y="2559200"/>
            <a:ext cx="15544800" cy="5546725"/>
            <a:chOff x="3049488" y="3729197"/>
            <a:chExt cx="12189022" cy="2834015"/>
          </a:xfrm>
        </p:grpSpPr>
        <p:sp>
          <p:nvSpPr>
            <p:cNvPr id="97" name="Rectangle: Rounded Corners 96"/>
            <p:cNvSpPr/>
            <p:nvPr/>
          </p:nvSpPr>
          <p:spPr>
            <a:xfrm>
              <a:off x="8157088" y="372919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8" name="Freeform: Shape 97"/>
            <p:cNvSpPr/>
            <p:nvPr/>
          </p:nvSpPr>
          <p:spPr>
            <a:xfrm>
              <a:off x="8380960" y="387814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b="1" u="sng" kern="1200" dirty="0"/>
                <a:t>WHY</a:t>
              </a:r>
              <a:r>
                <a:rPr lang="en-US" sz="2400" b="1" u="sng" kern="1200" dirty="0"/>
                <a:t> </a:t>
              </a:r>
              <a:endParaRPr lang="en-US" sz="2400" b="1" u="sng" kern="1200" dirty="0"/>
            </a:p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u="sng" kern="1200" dirty="0"/>
                <a:t>VEILUADIT</a:t>
              </a:r>
              <a:endParaRPr lang="en-IN" sz="2400" b="1" u="sng" kern="1200" dirty="0"/>
            </a:p>
          </p:txBody>
        </p:sp>
        <p:sp>
          <p:nvSpPr>
            <p:cNvPr id="99" name="Rectangle: Rounded Corners 98"/>
            <p:cNvSpPr/>
            <p:nvPr/>
          </p:nvSpPr>
          <p:spPr>
            <a:xfrm>
              <a:off x="3049488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0" name="Freeform: Shape 99"/>
            <p:cNvSpPr/>
            <p:nvPr/>
          </p:nvSpPr>
          <p:spPr>
            <a:xfrm>
              <a:off x="3183783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IN" dirty="0"/>
            </a:p>
            <a:p>
              <a:pPr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sz="2000" dirty="0"/>
                <a:t>🔐 </a:t>
              </a:r>
              <a:r>
                <a:rPr lang="en-IN" sz="2000" b="1" dirty="0"/>
                <a:t>Privacy-First Evaluation</a:t>
              </a:r>
              <a:br>
                <a:rPr lang="en-IN" dirty="0"/>
              </a:br>
              <a:r>
                <a:rPr lang="en-IN" dirty="0"/>
                <a:t>PII is removed before merit assessment.</a:t>
              </a:r>
              <a:endParaRPr lang="en-IN" dirty="0"/>
            </a:p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kern="1200" dirty="0"/>
            </a:p>
          </p:txBody>
        </p:sp>
        <p:sp>
          <p:nvSpPr>
            <p:cNvPr id="101" name="Rectangle: Rounded Corners 100"/>
            <p:cNvSpPr/>
            <p:nvPr/>
          </p:nvSpPr>
          <p:spPr>
            <a:xfrm>
              <a:off x="5112246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2" name="Freeform: Shape 101"/>
            <p:cNvSpPr/>
            <p:nvPr/>
          </p:nvSpPr>
          <p:spPr>
            <a:xfrm>
              <a:off x="5299769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000" dirty="0"/>
                <a:t>🤖 </a:t>
              </a:r>
              <a:r>
                <a:rPr lang="en-IN" sz="2000" b="1" dirty="0"/>
                <a:t>Multi-Agent Architecture</a:t>
              </a:r>
              <a:br>
                <a:rPr lang="en-IN" dirty="0"/>
              </a:br>
              <a:r>
                <a:rPr lang="en-IN" dirty="0"/>
                <a:t>Independent agents handle privacy and evaluation.</a:t>
              </a:r>
              <a:endParaRPr lang="en-IN" kern="1200" dirty="0"/>
            </a:p>
          </p:txBody>
        </p:sp>
        <p:sp>
          <p:nvSpPr>
            <p:cNvPr id="103" name="Rectangle: Rounded Corners 102"/>
            <p:cNvSpPr/>
            <p:nvPr/>
          </p:nvSpPr>
          <p:spPr>
            <a:xfrm>
              <a:off x="7175003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4" name="Freeform: Shape 103"/>
            <p:cNvSpPr/>
            <p:nvPr/>
          </p:nvSpPr>
          <p:spPr>
            <a:xfrm>
              <a:off x="7362450" y="5477948"/>
              <a:ext cx="1687941" cy="1085264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IN" dirty="0"/>
            </a:p>
            <a:p>
              <a:pPr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sz="2000" dirty="0"/>
                <a:t>⚖</a:t>
              </a:r>
              <a:r>
                <a:rPr lang="en-IN" sz="2000" b="1" dirty="0"/>
                <a:t>Merit-Based Assessment</a:t>
              </a:r>
              <a:br>
                <a:rPr lang="en-IN" dirty="0"/>
              </a:br>
              <a:r>
                <a:rPr lang="en-IN" dirty="0"/>
                <a:t>Technical capability becomes the primary evaluation signal.</a:t>
              </a:r>
              <a:endParaRPr lang="en-IN" dirty="0"/>
            </a:p>
            <a:p>
              <a:pPr marL="0" lvl="0" indent="0" algn="ctr" defTabSz="1955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kern="1200" dirty="0"/>
            </a:p>
          </p:txBody>
        </p:sp>
        <p:sp>
          <p:nvSpPr>
            <p:cNvPr id="105" name="Rectangle: Rounded Corners 104"/>
            <p:cNvSpPr/>
            <p:nvPr/>
          </p:nvSpPr>
          <p:spPr>
            <a:xfrm>
              <a:off x="9237761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6" name="Freeform: Shape 105"/>
            <p:cNvSpPr/>
            <p:nvPr/>
          </p:nvSpPr>
          <p:spPr>
            <a:xfrm>
              <a:off x="9425285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000" dirty="0"/>
                <a:t>🧠 </a:t>
              </a:r>
              <a:r>
                <a:rPr lang="en-IN" sz="2000" b="1" dirty="0"/>
                <a:t>Explainable AI</a:t>
              </a:r>
              <a:br>
                <a:rPr lang="en-IN" sz="2000" dirty="0"/>
              </a:br>
              <a:r>
                <a:rPr lang="en-IN" dirty="0"/>
                <a:t>Every score is supported by evaluation criteria and evidence.</a:t>
              </a:r>
              <a:endParaRPr lang="en-IN" kern="1200" dirty="0"/>
            </a:p>
          </p:txBody>
        </p:sp>
        <p:sp>
          <p:nvSpPr>
            <p:cNvPr id="107" name="Rectangle: Rounded Corners 106"/>
            <p:cNvSpPr/>
            <p:nvPr/>
          </p:nvSpPr>
          <p:spPr>
            <a:xfrm>
              <a:off x="11300519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8" name="Freeform: Shape 107"/>
            <p:cNvSpPr/>
            <p:nvPr/>
          </p:nvSpPr>
          <p:spPr>
            <a:xfrm>
              <a:off x="11488042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06649" tIns="206649" rIns="206649" bIns="206649" numCol="1" spcCol="1270" anchor="ctr" anchorCtr="0">
              <a:noAutofit/>
            </a:bodyPr>
            <a:lstStyle/>
            <a:p>
              <a:pPr marL="0" lvl="0" indent="0" algn="ctr" defTabSz="20447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dirty="0"/>
                <a:t>💻 </a:t>
              </a:r>
              <a:r>
                <a:rPr lang="en-IN" b="1" dirty="0"/>
                <a:t>Code + Resume Analysis</a:t>
              </a:r>
              <a:br>
                <a:rPr lang="en-IN" dirty="0"/>
              </a:br>
              <a:r>
                <a:rPr lang="en-IN" dirty="0"/>
                <a:t>One platform for both developer profiles and technical submissions.</a:t>
              </a:r>
              <a:endParaRPr lang="en-IN" kern="1200" dirty="0"/>
            </a:p>
          </p:txBody>
        </p:sp>
        <p:sp>
          <p:nvSpPr>
            <p:cNvPr id="109" name="Rectangle: Rounded Corners 108"/>
            <p:cNvSpPr/>
            <p:nvPr/>
          </p:nvSpPr>
          <p:spPr>
            <a:xfrm>
              <a:off x="13363277" y="5299847"/>
              <a:ext cx="1687710" cy="10716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0" name="Freeform: Shape 109"/>
            <p:cNvSpPr/>
            <p:nvPr/>
          </p:nvSpPr>
          <p:spPr>
            <a:xfrm>
              <a:off x="13550800" y="5477994"/>
              <a:ext cx="1687710" cy="1071696"/>
            </a:xfrm>
            <a:custGeom>
              <a:avLst/>
              <a:gdLst>
                <a:gd name="csX0" fmla="*/ 0 w 1687710"/>
                <a:gd name="csY0" fmla="*/ 107170 h 1071696"/>
                <a:gd name="csX1" fmla="*/ 107170 w 1687710"/>
                <a:gd name="csY1" fmla="*/ 0 h 1071696"/>
                <a:gd name="csX2" fmla="*/ 1580540 w 1687710"/>
                <a:gd name="csY2" fmla="*/ 0 h 1071696"/>
                <a:gd name="csX3" fmla="*/ 1687710 w 1687710"/>
                <a:gd name="csY3" fmla="*/ 107170 h 1071696"/>
                <a:gd name="csX4" fmla="*/ 1687710 w 1687710"/>
                <a:gd name="csY4" fmla="*/ 964526 h 1071696"/>
                <a:gd name="csX5" fmla="*/ 1580540 w 1687710"/>
                <a:gd name="csY5" fmla="*/ 1071696 h 1071696"/>
                <a:gd name="csX6" fmla="*/ 107170 w 1687710"/>
                <a:gd name="csY6" fmla="*/ 1071696 h 1071696"/>
                <a:gd name="csX7" fmla="*/ 0 w 1687710"/>
                <a:gd name="csY7" fmla="*/ 964526 h 1071696"/>
                <a:gd name="csX8" fmla="*/ 0 w 1687710"/>
                <a:gd name="csY8" fmla="*/ 107170 h 10716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87710" h="1071696">
                  <a:moveTo>
                    <a:pt x="0" y="107170"/>
                  </a:moveTo>
                  <a:cubicBezTo>
                    <a:pt x="0" y="47982"/>
                    <a:pt x="47982" y="0"/>
                    <a:pt x="107170" y="0"/>
                  </a:cubicBezTo>
                  <a:lnTo>
                    <a:pt x="1580540" y="0"/>
                  </a:lnTo>
                  <a:cubicBezTo>
                    <a:pt x="1639728" y="0"/>
                    <a:pt x="1687710" y="47982"/>
                    <a:pt x="1687710" y="107170"/>
                  </a:cubicBezTo>
                  <a:lnTo>
                    <a:pt x="1687710" y="964526"/>
                  </a:lnTo>
                  <a:cubicBezTo>
                    <a:pt x="1687710" y="1023714"/>
                    <a:pt x="1639728" y="1071696"/>
                    <a:pt x="1580540" y="1071696"/>
                  </a:cubicBezTo>
                  <a:lnTo>
                    <a:pt x="107170" y="1071696"/>
                  </a:lnTo>
                  <a:cubicBezTo>
                    <a:pt x="47982" y="1071696"/>
                    <a:pt x="0" y="1023714"/>
                    <a:pt x="0" y="964526"/>
                  </a:cubicBezTo>
                  <a:lnTo>
                    <a:pt x="0" y="10717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029" tIns="199029" rIns="199029" bIns="199029" numCol="1" spcCol="1270" anchor="ctr" anchorCtr="0">
              <a:noAutofit/>
            </a:bodyPr>
            <a:lstStyle/>
            <a:p>
              <a:pPr marL="0" lvl="0" indent="0" algn="ctr" defTabSz="1955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000" dirty="0"/>
                <a:t>⚡ </a:t>
              </a:r>
              <a:r>
                <a:rPr lang="en-IN" sz="2000" b="1" dirty="0"/>
                <a:t>Local-First AI</a:t>
              </a:r>
              <a:br>
                <a:rPr lang="en-IN" dirty="0"/>
              </a:br>
              <a:r>
                <a:rPr lang="en-IN" dirty="0"/>
                <a:t>Sensitive data can be processed locally using an </a:t>
              </a:r>
              <a:r>
                <a:rPr lang="en-US" altLang="en-IN" dirty="0"/>
                <a:t>Fast Cloud Inference</a:t>
              </a:r>
              <a:endParaRPr lang="en-US" altLang="en-IN" kern="1200" dirty="0"/>
            </a:p>
          </p:txBody>
        </p:sp>
      </p:grpSp>
      <p:sp>
        <p:nvSpPr>
          <p:cNvPr id="114" name="TextBox 113"/>
          <p:cNvSpPr txBox="1"/>
          <p:nvPr/>
        </p:nvSpPr>
        <p:spPr>
          <a:xfrm>
            <a:off x="1278194" y="8535408"/>
            <a:ext cx="134489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KEY INNOVATION</a:t>
            </a:r>
            <a:endParaRPr lang="en-IN" sz="2400" b="1" u="sng" dirty="0"/>
          </a:p>
          <a:p>
            <a:r>
              <a:rPr lang="en-IN" sz="2000" dirty="0"/>
              <a:t>We don't just anonymize the candidate — we architect the evaluation pipeline so the scoring agent doesn't need to know the candidate's identity</a:t>
            </a:r>
            <a:r>
              <a:rPr lang="en-IN" dirty="0"/>
              <a:t>.</a:t>
            </a:r>
            <a:endParaRPr lang="en-IN" dirty="0"/>
          </a:p>
        </p:txBody>
      </p:sp>
      <p:cxnSp>
        <p:nvCxnSpPr>
          <p:cNvPr id="39" name="Elbow Connector 38"/>
          <p:cNvCxnSpPr/>
          <p:nvPr/>
        </p:nvCxnSpPr>
        <p:spPr>
          <a:xfrm rot="5400000">
            <a:off x="8771890" y="5149215"/>
            <a:ext cx="289560" cy="3175"/>
          </a:xfrm>
          <a:prstGeom prst="bentConnector3">
            <a:avLst>
              <a:gd name="adj1" fmla="val 5011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2299970" y="5294630"/>
            <a:ext cx="13291820" cy="488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2286000" y="5298440"/>
            <a:ext cx="17145" cy="3022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5017770" y="5285740"/>
            <a:ext cx="11430" cy="31496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7620000" y="5329555"/>
            <a:ext cx="12700" cy="2711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10198100" y="5323205"/>
            <a:ext cx="12700" cy="2774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12869545" y="5323205"/>
            <a:ext cx="8255" cy="2774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109" idx="0"/>
          </p:cNvCxnSpPr>
          <p:nvPr/>
        </p:nvCxnSpPr>
        <p:spPr>
          <a:xfrm>
            <a:off x="15571470" y="5341620"/>
            <a:ext cx="12065" cy="2914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4816" y="1668837"/>
            <a:ext cx="13998575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69" dirty="0"/>
              <a:t>FEASIBILITY</a:t>
            </a:r>
            <a:r>
              <a:rPr spc="375" dirty="0"/>
              <a:t> </a:t>
            </a:r>
            <a:r>
              <a:rPr spc="130" dirty="0"/>
              <a:t>&amp;</a:t>
            </a:r>
            <a:r>
              <a:rPr spc="380" dirty="0"/>
              <a:t> </a:t>
            </a:r>
            <a:r>
              <a:rPr spc="915" dirty="0"/>
              <a:t>COMPETITORS</a:t>
            </a:r>
            <a:endParaRPr spc="915" dirty="0"/>
          </a:p>
        </p:txBody>
      </p:sp>
      <p:sp>
        <p:nvSpPr>
          <p:cNvPr id="3" name="object 3"/>
          <p:cNvSpPr/>
          <p:nvPr/>
        </p:nvSpPr>
        <p:spPr>
          <a:xfrm>
            <a:off x="429886" y="1698585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557530" y="71388"/>
            <a:ext cx="17240638" cy="9838146"/>
            <a:chOff x="557530" y="71388"/>
            <a:chExt cx="17240638" cy="9838146"/>
          </a:xfrm>
        </p:grpSpPr>
        <p:sp>
          <p:nvSpPr>
            <p:cNvPr id="5" name="object 5"/>
            <p:cNvSpPr/>
            <p:nvPr/>
          </p:nvSpPr>
          <p:spPr>
            <a:xfrm>
              <a:off x="13359518" y="2194520"/>
              <a:ext cx="4438650" cy="0"/>
            </a:xfrm>
            <a:custGeom>
              <a:avLst/>
              <a:gdLst/>
              <a:ahLst/>
              <a:cxnLst/>
              <a:rect l="l" t="t" r="r" b="b"/>
              <a:pathLst>
                <a:path w="4438650">
                  <a:moveTo>
                    <a:pt x="0" y="0"/>
                  </a:moveTo>
                  <a:lnTo>
                    <a:pt x="4438488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14" name="object 14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</a:t>
            </a:r>
            <a:r>
              <a:rPr sz="1850" b="1" spc="-9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त</a:t>
            </a:r>
            <a:r>
              <a:rPr sz="1850" b="1" spc="-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16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50" b="1" spc="4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b="1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. </a:t>
            </a:r>
            <a:r>
              <a:rPr sz="1850" b="1" spc="27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3447364" y="2893175"/>
            <a:ext cx="3847058" cy="122084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</a:rPr>
              <a:t>FEASIBILITY</a:t>
            </a: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/>
          <p:cNvSpPr/>
          <p:nvPr/>
        </p:nvSpPr>
        <p:spPr>
          <a:xfrm>
            <a:off x="525136" y="4651044"/>
            <a:ext cx="2743200" cy="99377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Technically Feasible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/>
          <p:cNvSpPr/>
          <p:nvPr/>
        </p:nvSpPr>
        <p:spPr>
          <a:xfrm>
            <a:off x="7695698" y="4646616"/>
            <a:ext cx="2896603" cy="99376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Deployment</a:t>
            </a:r>
            <a:endParaRPr lang="en-IN" sz="2400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/>
          <p:cNvCxnSpPr>
            <a:stCxn id="16" idx="3"/>
          </p:cNvCxnSpPr>
          <p:nvPr/>
        </p:nvCxnSpPr>
        <p:spPr>
          <a:xfrm flipH="1">
            <a:off x="2685364" y="3935234"/>
            <a:ext cx="1325389" cy="634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772690" y="3956347"/>
            <a:ext cx="1505778" cy="634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: Rounded Corners 30"/>
          <p:cNvSpPr/>
          <p:nvPr/>
        </p:nvSpPr>
        <p:spPr>
          <a:xfrm flipH="1">
            <a:off x="7164165" y="6110634"/>
            <a:ext cx="3848740" cy="332223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2800" dirty="0">
                <a:solidFill>
                  <a:schemeClr val="tx1"/>
                </a:solidFill>
              </a:rPr>
              <a:t>1. Local workstation </a:t>
            </a:r>
            <a:endParaRPr lang="en-IN" sz="2800" dirty="0">
              <a:solidFill>
                <a:schemeClr val="tx1"/>
              </a:solidFill>
            </a:endParaRPr>
          </a:p>
          <a:p>
            <a:pPr lvl="0"/>
            <a:r>
              <a:rPr lang="en-IN" sz="2800" dirty="0">
                <a:solidFill>
                  <a:schemeClr val="tx1"/>
                </a:solidFill>
              </a:rPr>
              <a:t>2.Private server </a:t>
            </a:r>
            <a:endParaRPr lang="en-IN" sz="2800" dirty="0">
              <a:solidFill>
                <a:schemeClr val="tx1"/>
              </a:solidFill>
            </a:endParaRPr>
          </a:p>
          <a:p>
            <a:pPr lvl="0"/>
            <a:r>
              <a:rPr lang="en-IN" sz="2800" dirty="0">
                <a:solidFill>
                  <a:schemeClr val="tx1"/>
                </a:solidFill>
              </a:rPr>
              <a:t>2. Secure       organizational </a:t>
            </a:r>
            <a:endParaRPr lang="en-IN" sz="2800" dirty="0">
              <a:solidFill>
                <a:schemeClr val="tx1"/>
              </a:solidFill>
            </a:endParaRPr>
          </a:p>
          <a:p>
            <a:pPr lvl="0"/>
            <a:r>
              <a:rPr lang="en-IN" sz="2800" dirty="0">
                <a:solidFill>
                  <a:schemeClr val="tx1"/>
                </a:solidFill>
              </a:rPr>
              <a:t>environment</a:t>
            </a:r>
            <a:endParaRPr lang="en-IN" sz="2800" dirty="0">
              <a:solidFill>
                <a:schemeClr val="tx1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32" name="Rectangle: Rounded Corners 31"/>
          <p:cNvSpPr/>
          <p:nvPr/>
        </p:nvSpPr>
        <p:spPr>
          <a:xfrm flipH="1">
            <a:off x="447092" y="6051805"/>
            <a:ext cx="3667708" cy="348999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/>
            <a:r>
              <a:rPr lang="en-IN" sz="2400" dirty="0">
                <a:solidFill>
                  <a:schemeClr val="tx1"/>
                </a:solidFill>
              </a:rPr>
              <a:t>1.Open-source NER &amp; PII detection </a:t>
            </a:r>
            <a:endParaRPr lang="en-IN" sz="2400" dirty="0">
              <a:solidFill>
                <a:schemeClr val="tx1"/>
              </a:solidFill>
            </a:endParaRPr>
          </a:p>
          <a:p>
            <a:pPr lvl="0" algn="l"/>
            <a:r>
              <a:rPr lang="en-IN" sz="2400" dirty="0">
                <a:solidFill>
                  <a:schemeClr val="tx1"/>
                </a:solidFill>
              </a:rPr>
              <a:t>2.Local LLM inference </a:t>
            </a:r>
            <a:endParaRPr lang="en-IN" sz="2400" dirty="0">
              <a:solidFill>
                <a:schemeClr val="tx1"/>
              </a:solidFill>
            </a:endParaRPr>
          </a:p>
          <a:p>
            <a:pPr lvl="0" algn="l"/>
            <a:r>
              <a:rPr lang="en-IN" sz="2400" dirty="0">
                <a:solidFill>
                  <a:schemeClr val="tx1"/>
                </a:solidFill>
              </a:rPr>
              <a:t>3.Lightweight web architecture </a:t>
            </a:r>
            <a:endParaRPr lang="en-IN" sz="2400" dirty="0">
              <a:solidFill>
                <a:schemeClr val="tx1"/>
              </a:solidFill>
            </a:endParaRPr>
          </a:p>
          <a:p>
            <a:pPr lvl="0" algn="l"/>
            <a:r>
              <a:rPr lang="en-IN" sz="2400" dirty="0">
                <a:solidFill>
                  <a:schemeClr val="tx1"/>
                </a:solidFill>
              </a:rPr>
              <a:t>4.Modular agent design </a:t>
            </a:r>
            <a:endParaRPr lang="en-IN" sz="2400" dirty="0">
              <a:solidFill>
                <a:schemeClr val="tx1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36" name="object 6"/>
          <p:cNvSpPr/>
          <p:nvPr/>
        </p:nvSpPr>
        <p:spPr>
          <a:xfrm>
            <a:off x="17656481" y="2063155"/>
            <a:ext cx="262890" cy="262890"/>
          </a:xfrm>
          <a:custGeom>
            <a:avLst/>
            <a:gdLst/>
            <a:ahLst/>
            <a:cxnLst/>
            <a:rect l="l" t="t" r="r" b="b"/>
            <a:pathLst>
              <a:path w="262890" h="262889">
                <a:moveTo>
                  <a:pt x="131363" y="262727"/>
                </a:moveTo>
                <a:lnTo>
                  <a:pt x="80230" y="252404"/>
                </a:lnTo>
                <a:lnTo>
                  <a:pt x="38475" y="224252"/>
                </a:lnTo>
                <a:lnTo>
                  <a:pt x="10323" y="182496"/>
                </a:lnTo>
                <a:lnTo>
                  <a:pt x="0" y="131363"/>
                </a:lnTo>
                <a:lnTo>
                  <a:pt x="10323" y="80231"/>
                </a:lnTo>
                <a:lnTo>
                  <a:pt x="38475" y="38475"/>
                </a:lnTo>
                <a:lnTo>
                  <a:pt x="80230" y="10323"/>
                </a:lnTo>
                <a:lnTo>
                  <a:pt x="131363" y="0"/>
                </a:lnTo>
                <a:lnTo>
                  <a:pt x="182496" y="10323"/>
                </a:lnTo>
                <a:lnTo>
                  <a:pt x="224252" y="38475"/>
                </a:lnTo>
                <a:lnTo>
                  <a:pt x="252404" y="80231"/>
                </a:lnTo>
                <a:lnTo>
                  <a:pt x="262727" y="131363"/>
                </a:lnTo>
                <a:lnTo>
                  <a:pt x="252404" y="182496"/>
                </a:lnTo>
                <a:lnTo>
                  <a:pt x="224252" y="224252"/>
                </a:lnTo>
                <a:lnTo>
                  <a:pt x="182496" y="252404"/>
                </a:lnTo>
                <a:lnTo>
                  <a:pt x="131363" y="262727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11506200" y="3619503"/>
          <a:ext cx="6413172" cy="538322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206586"/>
                <a:gridCol w="3206586"/>
              </a:tblGrid>
              <a:tr h="838197">
                <a:tc>
                  <a:txBody>
                    <a:bodyPr/>
                    <a:lstStyle/>
                    <a:p>
                      <a:r>
                        <a:rPr lang="en-IN" sz="4000" dirty="0"/>
                        <a:t>Challenge</a:t>
                      </a:r>
                      <a:endParaRPr lang="en-IN" sz="4000" dirty="0"/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Our Approach</a:t>
                      </a:r>
                      <a:endParaRPr lang="en-IN" sz="4000" dirty="0"/>
                    </a:p>
                  </a:txBody>
                  <a:tcPr>
                    <a:cell3D prstMaterial="dkEdge">
                      <a:bevel prst="relaxedInset"/>
                      <a:lightRig rig="flood" dir="t"/>
                    </a:cell3D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IN" sz="2800" dirty="0"/>
                        <a:t>PII detection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NER + Presidio</a:t>
                      </a:r>
                      <a:endParaRPr lang="en-IN" sz="2800" dirty="0"/>
                    </a:p>
                  </a:txBody>
                  <a:tcPr/>
                </a:tc>
              </a:tr>
              <a:tr h="964807">
                <a:tc>
                  <a:txBody>
                    <a:bodyPr/>
                    <a:lstStyle/>
                    <a:p>
                      <a:r>
                        <a:rPr lang="en-IN" sz="2800" dirty="0"/>
                        <a:t>Indirect identity clues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Context-aware sanitization</a:t>
                      </a:r>
                      <a:endParaRPr lang="en-IN" sz="2800" dirty="0"/>
                    </a:p>
                  </a:txBody>
                  <a:tcPr/>
                </a:tc>
              </a:tr>
              <a:tr h="964807">
                <a:tc>
                  <a:txBody>
                    <a:bodyPr/>
                    <a:lstStyle/>
                    <a:p>
                      <a:r>
                        <a:rPr lang="en-IN" sz="2800" dirty="0"/>
                        <a:t>AI bias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Identity-isolated evaluation</a:t>
                      </a:r>
                      <a:endParaRPr lang="en-IN" sz="2800" dirty="0"/>
                    </a:p>
                  </a:txBody>
                  <a:tcPr/>
                </a:tc>
              </a:tr>
              <a:tr h="964807">
                <a:tc>
                  <a:txBody>
                    <a:bodyPr/>
                    <a:lstStyle/>
                    <a:p>
                      <a:r>
                        <a:rPr lang="en-IN" sz="2800" dirty="0"/>
                        <a:t>Sensitive data exposure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Local/private inference</a:t>
                      </a:r>
                      <a:endParaRPr lang="en-IN" sz="2800" dirty="0"/>
                    </a:p>
                  </a:txBody>
                  <a:tcPr/>
                </a:tc>
              </a:tr>
              <a:tr h="964807">
                <a:tc>
                  <a:txBody>
                    <a:bodyPr/>
                    <a:lstStyle/>
                    <a:p>
                      <a:r>
                        <a:rPr lang="en-IN" sz="2800" dirty="0"/>
                        <a:t>Explainability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Evidence-based audit report</a:t>
                      </a:r>
                      <a:endParaRPr lang="en-IN" sz="2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0" name="Rectangle: Rounded Corners 39"/>
          <p:cNvSpPr/>
          <p:nvPr/>
        </p:nvSpPr>
        <p:spPr>
          <a:xfrm>
            <a:off x="11506200" y="2662612"/>
            <a:ext cx="5410200" cy="679409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KEY CHALLENGES</a:t>
            </a:r>
            <a:endParaRPr lang="en-IN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136" y="25810"/>
            <a:ext cx="17149534" cy="9888569"/>
          </a:xfrm>
          <a:prstGeom prst="rect">
            <a:avLst/>
          </a:prstGeom>
        </p:spPr>
      </p:pic>
      <p:sp>
        <p:nvSpPr>
          <p:cNvPr id="6" name="object 2" descr="$PPTXTitle"/>
          <p:cNvSpPr txBox="1"/>
          <p:nvPr/>
        </p:nvSpPr>
        <p:spPr>
          <a:xfrm>
            <a:off x="822116" y="1656230"/>
            <a:ext cx="13998575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z="6530" b="1" spc="869" dirty="0"/>
              <a:t>FEASIBILITY</a:t>
            </a:r>
            <a:r>
              <a:rPr lang="en-IN" sz="6530" b="1" spc="375" dirty="0"/>
              <a:t> </a:t>
            </a:r>
            <a:r>
              <a:rPr lang="en-IN" sz="6530" b="1" spc="130" dirty="0"/>
              <a:t>&amp;</a:t>
            </a:r>
            <a:r>
              <a:rPr lang="en-IN" sz="6530" b="1" spc="380" dirty="0"/>
              <a:t> </a:t>
            </a:r>
            <a:r>
              <a:rPr lang="en-IN" sz="6530" b="1" spc="915" dirty="0"/>
              <a:t>COMPETITORS</a:t>
            </a:r>
            <a:endParaRPr lang="en-IN" sz="6530" b="1" spc="915" dirty="0"/>
          </a:p>
        </p:txBody>
      </p:sp>
      <p:sp>
        <p:nvSpPr>
          <p:cNvPr id="10" name="object 3"/>
          <p:cNvSpPr/>
          <p:nvPr/>
        </p:nvSpPr>
        <p:spPr>
          <a:xfrm>
            <a:off x="429886" y="1698585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5"/>
          <p:cNvSpPr/>
          <p:nvPr/>
        </p:nvSpPr>
        <p:spPr>
          <a:xfrm>
            <a:off x="13563600" y="2171700"/>
            <a:ext cx="4438650" cy="0"/>
          </a:xfrm>
          <a:custGeom>
            <a:avLst/>
            <a:gdLst/>
            <a:ahLst/>
            <a:cxnLst/>
            <a:rect l="l" t="t" r="r" b="b"/>
            <a:pathLst>
              <a:path w="4438650">
                <a:moveTo>
                  <a:pt x="0" y="0"/>
                </a:moveTo>
                <a:lnTo>
                  <a:pt x="4438488" y="0"/>
                </a:lnTo>
              </a:path>
            </a:pathLst>
          </a:custGeom>
          <a:ln w="85724">
            <a:solidFill>
              <a:srgbClr val="FF5C1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6"/>
          <p:cNvSpPr/>
          <p:nvPr/>
        </p:nvSpPr>
        <p:spPr>
          <a:xfrm>
            <a:off x="17828617" y="2040002"/>
            <a:ext cx="201632" cy="260942"/>
          </a:xfrm>
          <a:custGeom>
            <a:avLst/>
            <a:gdLst/>
            <a:ahLst/>
            <a:cxnLst/>
            <a:rect l="l" t="t" r="r" b="b"/>
            <a:pathLst>
              <a:path w="262890" h="262889">
                <a:moveTo>
                  <a:pt x="131363" y="262727"/>
                </a:moveTo>
                <a:lnTo>
                  <a:pt x="80230" y="252404"/>
                </a:lnTo>
                <a:lnTo>
                  <a:pt x="38475" y="224252"/>
                </a:lnTo>
                <a:lnTo>
                  <a:pt x="10323" y="182496"/>
                </a:lnTo>
                <a:lnTo>
                  <a:pt x="0" y="131363"/>
                </a:lnTo>
                <a:lnTo>
                  <a:pt x="10323" y="80231"/>
                </a:lnTo>
                <a:lnTo>
                  <a:pt x="38475" y="38475"/>
                </a:lnTo>
                <a:lnTo>
                  <a:pt x="80230" y="10323"/>
                </a:lnTo>
                <a:lnTo>
                  <a:pt x="131363" y="0"/>
                </a:lnTo>
                <a:lnTo>
                  <a:pt x="182496" y="10323"/>
                </a:lnTo>
                <a:lnTo>
                  <a:pt x="224252" y="38475"/>
                </a:lnTo>
                <a:lnTo>
                  <a:pt x="252404" y="80231"/>
                </a:lnTo>
                <a:lnTo>
                  <a:pt x="262727" y="131363"/>
                </a:lnTo>
                <a:lnTo>
                  <a:pt x="252404" y="182496"/>
                </a:lnTo>
                <a:lnTo>
                  <a:pt x="224252" y="224252"/>
                </a:lnTo>
                <a:lnTo>
                  <a:pt x="182496" y="252404"/>
                </a:lnTo>
                <a:lnTo>
                  <a:pt x="131363" y="262727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6"/>
          <p:cNvSpPr/>
          <p:nvPr/>
        </p:nvSpPr>
        <p:spPr>
          <a:xfrm>
            <a:off x="17789052" y="2038054"/>
            <a:ext cx="262890" cy="262890"/>
          </a:xfrm>
          <a:custGeom>
            <a:avLst/>
            <a:gdLst/>
            <a:ahLst/>
            <a:cxnLst/>
            <a:rect l="l" t="t" r="r" b="b"/>
            <a:pathLst>
              <a:path w="262890" h="262889">
                <a:moveTo>
                  <a:pt x="131363" y="262727"/>
                </a:moveTo>
                <a:lnTo>
                  <a:pt x="80230" y="252404"/>
                </a:lnTo>
                <a:lnTo>
                  <a:pt x="38475" y="224252"/>
                </a:lnTo>
                <a:lnTo>
                  <a:pt x="10323" y="182496"/>
                </a:lnTo>
                <a:lnTo>
                  <a:pt x="0" y="131363"/>
                </a:lnTo>
                <a:lnTo>
                  <a:pt x="10323" y="80231"/>
                </a:lnTo>
                <a:lnTo>
                  <a:pt x="38475" y="38475"/>
                </a:lnTo>
                <a:lnTo>
                  <a:pt x="80230" y="10323"/>
                </a:lnTo>
                <a:lnTo>
                  <a:pt x="131363" y="0"/>
                </a:lnTo>
                <a:lnTo>
                  <a:pt x="182496" y="10323"/>
                </a:lnTo>
                <a:lnTo>
                  <a:pt x="224252" y="38475"/>
                </a:lnTo>
                <a:lnTo>
                  <a:pt x="252404" y="80231"/>
                </a:lnTo>
                <a:lnTo>
                  <a:pt x="262727" y="131363"/>
                </a:lnTo>
                <a:lnTo>
                  <a:pt x="252404" y="182496"/>
                </a:lnTo>
                <a:lnTo>
                  <a:pt x="224252" y="224252"/>
                </a:lnTo>
                <a:lnTo>
                  <a:pt x="182496" y="252404"/>
                </a:lnTo>
                <a:lnTo>
                  <a:pt x="131363" y="262727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17" name="Diagram 16"/>
          <p:cNvGraphicFramePr/>
          <p:nvPr/>
        </p:nvGraphicFramePr>
        <p:xfrm>
          <a:off x="990600" y="3924300"/>
          <a:ext cx="12192000" cy="4952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447800" y="30861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dirty="0"/>
              <a:t>COMPETITIVE DIFFERENTIATOR</a:t>
            </a:r>
            <a:endParaRPr lang="en-IN" sz="4000" b="1" u="sng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7092" y="1713543"/>
            <a:ext cx="190500" cy="991869"/>
          </a:xfrm>
          <a:custGeom>
            <a:avLst/>
            <a:gdLst/>
            <a:ahLst/>
            <a:cxnLst/>
            <a:rect l="l" t="t" r="r" b="b"/>
            <a:pathLst>
              <a:path w="190500" h="991869">
                <a:moveTo>
                  <a:pt x="190499" y="0"/>
                </a:moveTo>
                <a:lnTo>
                  <a:pt x="190499" y="991268"/>
                </a:lnTo>
                <a:lnTo>
                  <a:pt x="0" y="991268"/>
                </a:lnTo>
                <a:lnTo>
                  <a:pt x="0" y="0"/>
                </a:lnTo>
                <a:lnTo>
                  <a:pt x="190499" y="0"/>
                </a:lnTo>
                <a:close/>
              </a:path>
            </a:pathLst>
          </a:custGeom>
          <a:solidFill>
            <a:srgbClr val="FF5C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4089949" y="0"/>
            <a:ext cx="13829665" cy="10287000"/>
            <a:chOff x="4089949" y="0"/>
            <a:chExt cx="13829665" cy="1028700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089949" y="0"/>
              <a:ext cx="10286999" cy="10286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850227" y="2194519"/>
              <a:ext cx="5948045" cy="0"/>
            </a:xfrm>
            <a:custGeom>
              <a:avLst/>
              <a:gdLst/>
              <a:ahLst/>
              <a:cxnLst/>
              <a:rect l="l" t="t" r="r" b="b"/>
              <a:pathLst>
                <a:path w="5948044">
                  <a:moveTo>
                    <a:pt x="0" y="0"/>
                  </a:moveTo>
                  <a:lnTo>
                    <a:pt x="5947780" y="0"/>
                  </a:lnTo>
                </a:path>
              </a:pathLst>
            </a:custGeom>
            <a:ln w="85724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656481" y="2063155"/>
              <a:ext cx="262890" cy="262890"/>
            </a:xfrm>
            <a:custGeom>
              <a:avLst/>
              <a:gdLst/>
              <a:ahLst/>
              <a:cxnLst/>
              <a:rect l="l" t="t" r="r" b="b"/>
              <a:pathLst>
                <a:path w="262890" h="262889">
                  <a:moveTo>
                    <a:pt x="131363" y="262727"/>
                  </a:moveTo>
                  <a:lnTo>
                    <a:pt x="80230" y="252404"/>
                  </a:lnTo>
                  <a:lnTo>
                    <a:pt x="38475" y="224252"/>
                  </a:lnTo>
                  <a:lnTo>
                    <a:pt x="10323" y="182496"/>
                  </a:lnTo>
                  <a:lnTo>
                    <a:pt x="0" y="131363"/>
                  </a:lnTo>
                  <a:lnTo>
                    <a:pt x="10323" y="80231"/>
                  </a:lnTo>
                  <a:lnTo>
                    <a:pt x="38475" y="38475"/>
                  </a:lnTo>
                  <a:lnTo>
                    <a:pt x="80230" y="10323"/>
                  </a:lnTo>
                  <a:lnTo>
                    <a:pt x="131363" y="0"/>
                  </a:lnTo>
                  <a:lnTo>
                    <a:pt x="182496" y="10323"/>
                  </a:lnTo>
                  <a:lnTo>
                    <a:pt x="224252" y="38475"/>
                  </a:lnTo>
                  <a:lnTo>
                    <a:pt x="252404" y="80231"/>
                  </a:lnTo>
                  <a:lnTo>
                    <a:pt x="262727" y="131363"/>
                  </a:lnTo>
                  <a:lnTo>
                    <a:pt x="252404" y="182496"/>
                  </a:lnTo>
                  <a:lnTo>
                    <a:pt x="224252" y="224252"/>
                  </a:lnTo>
                  <a:lnTo>
                    <a:pt x="182496" y="252404"/>
                  </a:lnTo>
                  <a:lnTo>
                    <a:pt x="131363" y="262727"/>
                  </a:lnTo>
                  <a:close/>
                </a:path>
              </a:pathLst>
            </a:custGeom>
            <a:solidFill>
              <a:srgbClr val="FF5C1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5" dirty="0"/>
              <a:t>RESEARCH</a:t>
            </a:r>
            <a:r>
              <a:rPr spc="365" dirty="0"/>
              <a:t> </a:t>
            </a:r>
            <a:r>
              <a:rPr spc="130" dirty="0"/>
              <a:t>&amp;</a:t>
            </a:r>
            <a:r>
              <a:rPr spc="370" dirty="0"/>
              <a:t> </a:t>
            </a:r>
            <a:r>
              <a:rPr spc="1100" dirty="0"/>
              <a:t>REFERENCE</a:t>
            </a:r>
            <a:endParaRPr spc="1100" dirty="0"/>
          </a:p>
        </p:txBody>
      </p:sp>
      <p:grpSp>
        <p:nvGrpSpPr>
          <p:cNvPr id="8" name="object 8"/>
          <p:cNvGrpSpPr/>
          <p:nvPr/>
        </p:nvGrpSpPr>
        <p:grpSpPr>
          <a:xfrm>
            <a:off x="557530" y="71388"/>
            <a:ext cx="17099280" cy="9886315"/>
            <a:chOff x="557530" y="71388"/>
            <a:chExt cx="17099280" cy="9886315"/>
          </a:xfrm>
        </p:grpSpPr>
        <p:sp>
          <p:nvSpPr>
            <p:cNvPr id="9" name="object 9"/>
            <p:cNvSpPr/>
            <p:nvPr/>
          </p:nvSpPr>
          <p:spPr>
            <a:xfrm>
              <a:off x="10855980" y="9909534"/>
              <a:ext cx="6800850" cy="0"/>
            </a:xfrm>
            <a:custGeom>
              <a:avLst/>
              <a:gdLst/>
              <a:ahLst/>
              <a:cxnLst/>
              <a:rect l="l" t="t" r="r" b="b"/>
              <a:pathLst>
                <a:path w="6800850">
                  <a:moveTo>
                    <a:pt x="0" y="0"/>
                  </a:moveTo>
                  <a:lnTo>
                    <a:pt x="6800500" y="0"/>
                  </a:lnTo>
                </a:path>
              </a:pathLst>
            </a:custGeom>
            <a:ln w="95249">
              <a:solidFill>
                <a:srgbClr val="1575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57530" y="9909534"/>
              <a:ext cx="6633845" cy="0"/>
            </a:xfrm>
            <a:custGeom>
              <a:avLst/>
              <a:gdLst/>
              <a:ahLst/>
              <a:cxnLst/>
              <a:rect l="l" t="t" r="r" b="b"/>
              <a:pathLst>
                <a:path w="6633845">
                  <a:moveTo>
                    <a:pt x="0" y="0"/>
                  </a:moveTo>
                  <a:lnTo>
                    <a:pt x="6633806" y="0"/>
                  </a:lnTo>
                </a:path>
              </a:pathLst>
            </a:custGeom>
            <a:ln w="95249">
              <a:solidFill>
                <a:srgbClr val="FF5C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4816" y="151685"/>
              <a:ext cx="1685924" cy="16382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38393" y="118919"/>
              <a:ext cx="1700212" cy="170595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85659" y="71388"/>
              <a:ext cx="2438399" cy="1800224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380" dirty="0"/>
              <a:t>B</a:t>
            </a:r>
            <a:r>
              <a:rPr spc="50" dirty="0"/>
              <a:t> </a:t>
            </a:r>
            <a:r>
              <a:rPr spc="265" dirty="0"/>
              <a:t>U</a:t>
            </a:r>
            <a:r>
              <a:rPr spc="5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330" dirty="0"/>
              <a:t>L</a:t>
            </a:r>
            <a:r>
              <a:rPr spc="50" dirty="0"/>
              <a:t> </a:t>
            </a:r>
            <a:r>
              <a:rPr spc="330" dirty="0"/>
              <a:t>D</a:t>
            </a:r>
            <a:endParaRPr spc="330"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65" dirty="0"/>
              <a:t>W</a:t>
            </a:r>
            <a:r>
              <a:rPr spc="20" dirty="0"/>
              <a:t> </a:t>
            </a:r>
            <a:r>
              <a:rPr spc="105" dirty="0"/>
              <a:t>I</a:t>
            </a:r>
            <a:r>
              <a:rPr spc="55" dirty="0"/>
              <a:t> </a:t>
            </a:r>
            <a:r>
              <a:rPr spc="204" dirty="0"/>
              <a:t>T</a:t>
            </a:r>
            <a:r>
              <a:rPr spc="55" dirty="0"/>
              <a:t> </a:t>
            </a:r>
            <a:r>
              <a:rPr spc="295" dirty="0"/>
              <a:t>H</a:t>
            </a:r>
            <a:endParaRPr spc="295" dirty="0"/>
          </a:p>
        </p:txBody>
      </p:sp>
      <p:sp>
        <p:nvSpPr>
          <p:cNvPr id="16" name="object 16"/>
          <p:cNvSpPr txBox="1"/>
          <p:nvPr/>
        </p:nvSpPr>
        <p:spPr>
          <a:xfrm>
            <a:off x="9548127" y="9737490"/>
            <a:ext cx="1195070" cy="3162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भा</a:t>
            </a:r>
            <a:r>
              <a:rPr sz="1850" b="1" spc="-9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-1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र</a:t>
            </a:r>
            <a:r>
              <a:rPr sz="1850" b="1" spc="-45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त</a:t>
            </a:r>
            <a:r>
              <a:rPr sz="1850" b="1" spc="-70" dirty="0">
                <a:solidFill>
                  <a:srgbClr val="FF5C1F"/>
                </a:solidFill>
                <a:latin typeface="Nirmala UI" panose="020B0502040204020203"/>
                <a:cs typeface="Nirmala UI" panose="020B0502040204020203"/>
              </a:rPr>
              <a:t> </a:t>
            </a:r>
            <a:r>
              <a:rPr sz="1850" b="1" spc="16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1850" b="1" spc="4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b="1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. </a:t>
            </a:r>
            <a:r>
              <a:rPr sz="1850" b="1" spc="275" dirty="0">
                <a:solidFill>
                  <a:srgbClr val="FF5C1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1" name="TextBox Links Heading"/>
          <p:cNvSpPr txBox="1"/>
          <p:nvPr/>
        </p:nvSpPr>
        <p:spPr>
          <a:xfrm>
            <a:off x="822116" y="2600000"/>
            <a:ext cx="78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PROJECT LINKS</a:t>
            </a:r>
            <a:endParaRPr lang="en-IN" sz="3200" b="1" dirty="0"/>
          </a:p>
        </p:txBody>
      </p:sp>
      <p:sp>
        <p:nvSpPr>
          <p:cNvPr id="202" name="TextBox GitHub Label"/>
          <p:cNvSpPr txBox="1"/>
          <p:nvPr/>
        </p:nvSpPr>
        <p:spPr>
          <a:xfrm>
            <a:off x="822116" y="345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GitHub Repository</a:t>
            </a:r>
            <a:endParaRPr lang="en-IN" sz="2400" b="1" dirty="0"/>
          </a:p>
        </p:txBody>
      </p:sp>
      <p:sp>
        <p:nvSpPr>
          <p:cNvPr id="203" name="TextBox GitHub Link"/>
          <p:cNvSpPr txBox="1"/>
          <p:nvPr/>
        </p:nvSpPr>
        <p:spPr>
          <a:xfrm>
            <a:off x="822116" y="4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rgbClr val="1F6FEB"/>
                </a:solidFill>
                <a:hlinkClick r:id="rId5"/>
              </a:rPr>
              <a:t>github.com/Wildfrost-stack/CVhelper</a:t>
            </a:r>
            <a:endParaRPr lang="en-IN" sz="2000" dirty="0">
              <a:solidFill>
                <a:srgbClr val="1F6FEB"/>
              </a:solidFill>
              <a:hlinkClick r:id="rId5"/>
            </a:endParaRPr>
          </a:p>
        </p:txBody>
      </p:sp>
      <p:sp>
        <p:nvSpPr>
          <p:cNvPr id="204" name="TextBox Demo Label"/>
          <p:cNvSpPr txBox="1"/>
          <p:nvPr/>
        </p:nvSpPr>
        <p:spPr>
          <a:xfrm>
            <a:off x="822116" y="49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Live Demo</a:t>
            </a:r>
            <a:endParaRPr lang="en-IN" sz="2400" b="1" dirty="0"/>
          </a:p>
        </p:txBody>
      </p:sp>
      <p:sp>
        <p:nvSpPr>
          <p:cNvPr id="205" name="TextBox Demo Link"/>
          <p:cNvSpPr txBox="1"/>
          <p:nvPr/>
        </p:nvSpPr>
        <p:spPr>
          <a:xfrm>
            <a:off x="822116" y="5450000"/>
            <a:ext cx="78000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en-GB" sz="2000" u="sng" dirty="0">
                <a:solidFill>
                  <a:srgbClr val="1F6FEB"/>
                </a:solidFill>
              </a:rPr>
              <a:t>cvhelper.jitendra-behera02072000.workers.dev</a:t>
            </a:r>
            <a:endParaRPr lang="en-US" altLang="en-GB" sz="2000" u="sng" dirty="0">
              <a:solidFill>
                <a:srgbClr val="1F6FEB"/>
              </a:solidFill>
            </a:endParaRPr>
          </a:p>
        </p:txBody>
      </p:sp>
      <p:sp>
        <p:nvSpPr>
          <p:cNvPr id="206" name="TextBox Team Note"/>
          <p:cNvSpPr txBox="1"/>
          <p:nvPr/>
        </p:nvSpPr>
        <p:spPr>
          <a:xfrm>
            <a:off x="822116" y="6350000"/>
            <a:ext cx="7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i="1" dirty="0">
                <a:solidFill>
                  <a:srgbClr val="555555"/>
                </a:solidFill>
              </a:rPr>
              <a:t>Team ByteCode — Build with </a:t>
            </a:r>
            <a:r>
              <a:rPr lang="en-IN" sz="1800" i="1" dirty="0">
                <a:solidFill>
                  <a:srgbClr val="555555"/>
                </a:solidFill>
              </a:rPr>
              <a:t>भारत</a:t>
            </a:r>
            <a:r>
              <a:rPr lang="en-IN" sz="1800" i="1" dirty="0">
                <a:solidFill>
                  <a:srgbClr val="555555"/>
                </a:solidFill>
              </a:rPr>
              <a:t> 2.0 National Level Hackathon</a:t>
            </a:r>
            <a:endParaRPr lang="en-IN" sz="1800" i="1" dirty="0">
              <a:solidFill>
                <a:srgbClr val="555555"/>
              </a:solidFill>
            </a:endParaRPr>
          </a:p>
        </p:txBody>
      </p:sp>
      <p:sp>
        <p:nvSpPr>
          <p:cNvPr id="207" name="TextBox References Heading"/>
          <p:cNvSpPr txBox="1"/>
          <p:nvPr/>
        </p:nvSpPr>
        <p:spPr>
          <a:xfrm>
            <a:off x="9400000" y="2600000"/>
            <a:ext cx="7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REFERENCES &amp; TOOLS</a:t>
            </a:r>
            <a:endParaRPr lang="en-IN" sz="3200" b="1" dirty="0"/>
          </a:p>
        </p:txBody>
      </p:sp>
      <p:sp>
        <p:nvSpPr>
          <p:cNvPr id="208" name="TextBox References List"/>
          <p:cNvSpPr txBox="1"/>
          <p:nvPr/>
        </p:nvSpPr>
        <p:spPr>
          <a:xfrm>
            <a:off x="9400000" y="3500000"/>
            <a:ext cx="75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/>
              <a:buChar char="•"/>
            </a:pPr>
            <a:r>
              <a:rPr lang="en-IN" sz="2000" b="1" dirty="0"/>
              <a:t>Groq API</a:t>
            </a:r>
            <a:r>
              <a:rPr lang="en-IN" sz="2000" dirty="0"/>
              <a:t> — LLM inference (qwen/qwen3.6-27b) for redaction, auditing &amp; scoring</a:t>
            </a:r>
            <a:endParaRPr lang="en-IN" sz="2000" dirty="0"/>
          </a:p>
          <a:p>
            <a:pPr marL="285750" indent="-285750">
              <a:buFont typeface="Arial" panose="020B0604020202020204"/>
              <a:buChar char="•"/>
            </a:pPr>
            <a:r>
              <a:rPr lang="en-IN" sz="2000" b="1" dirty="0"/>
              <a:t>FastAPI + PostgreSQL</a:t>
            </a:r>
            <a:r>
              <a:rPr lang="en-IN" sz="2000" dirty="0"/>
              <a:t> — async backend &amp; data layer</a:t>
            </a:r>
            <a:endParaRPr lang="en-IN" sz="2000" dirty="0"/>
          </a:p>
          <a:p>
            <a:pPr marL="285750" indent="-285750">
              <a:buFont typeface="Arial" panose="020B0604020202020204"/>
              <a:buChar char="•"/>
            </a:pPr>
            <a:r>
              <a:rPr lang="en-IN" sz="2000" b="1" dirty="0"/>
              <a:t>JWT Auth</a:t>
            </a:r>
            <a:r>
              <a:rPr lang="en-IN" sz="2000" dirty="0"/>
              <a:t> — secure session handling</a:t>
            </a:r>
            <a:endParaRPr lang="en-IN" sz="2000" dirty="0"/>
          </a:p>
          <a:p>
            <a:pPr marL="285750" indent="-285750">
              <a:buFont typeface="Arial" panose="020B0604020202020204"/>
              <a:buChar char="•"/>
            </a:pPr>
            <a:r>
              <a:rPr lang="en-IN" sz="2000" b="1" dirty="0"/>
              <a:t>pypdf</a:t>
            </a:r>
            <a:r>
              <a:rPr lang="en-IN" sz="2000" dirty="0"/>
              <a:t> — resume/code document parsing</a:t>
            </a:r>
            <a:endParaRPr lang="en-IN" sz="2000" dirty="0"/>
          </a:p>
          <a:p>
            <a:pPr marL="285750" indent="-285750">
              <a:buFont typeface="Arial" panose="020B0604020202020204"/>
              <a:buChar char="•"/>
            </a:pPr>
            <a:r>
              <a:rPr lang="en-IN" sz="2000" b="1" dirty="0"/>
              <a:t>HTML / CSS / JavaScript</a:t>
            </a:r>
            <a:r>
              <a:rPr lang="en-IN" sz="2000" dirty="0"/>
              <a:t> — interactive frontend</a:t>
            </a:r>
            <a:endParaRPr lang="en-IN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2843</Words>
  <Application>WPS Presentation</Application>
  <PresentationFormat>Custom</PresentationFormat>
  <Paragraphs>187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Nirmala UI</vt:lpstr>
      <vt:lpstr>Arial</vt:lpstr>
      <vt:lpstr>Microsoft YaHei</vt:lpstr>
      <vt:lpstr>Arial Unicode MS</vt:lpstr>
      <vt:lpstr>Office Theme</vt:lpstr>
      <vt:lpstr>BUILD</vt:lpstr>
      <vt:lpstr>PROBLEM STATEMENT</vt:lpstr>
      <vt:lpstr>SOLUTION</vt:lpstr>
      <vt:lpstr>FLOW OF SOLUTION</vt:lpstr>
      <vt:lpstr>TECH STACK</vt:lpstr>
      <vt:lpstr>UNIQUE SELLING PROPOSITION (USP)</vt:lpstr>
      <vt:lpstr>FEASIBILITY &amp; COMPETITORS</vt:lpstr>
      <vt:lpstr>PowerPoint 演示文稿</vt:lpstr>
      <vt:lpstr>RESEARCH &amp; REFERENCE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with Bharat 2.0  PPT Template</dc:title>
  <dc:creator>Astitva Mishra</dc:creator>
  <cp:keywords>DAHPihDBEhA,BAGWooMjBTU</cp:keywords>
  <cp:lastModifiedBy>Wild Frost</cp:lastModifiedBy>
  <cp:revision>7</cp:revision>
  <dcterms:created xsi:type="dcterms:W3CDTF">2026-08-28T16:31:00Z</dcterms:created>
  <dcterms:modified xsi:type="dcterms:W3CDTF">2026-08-31T18:44:08Z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2026-07-16T16:30:00Z</vt:filetime>
  </property>
  <property fmtid="{D5CDD505-2E9C-101B-9397-08002B2CF9AE}" pid="3" name="Creator">
    <vt:lpwstr>Canva</vt:lpwstr>
  </property>
  <property fmtid="{D5CDD505-2E9C-101B-9397-08002B2CF9AE}" pid="4" name="LastSaved">
    <vt:filetime>2026-08-28T16:30:00Z</vt:filetime>
  </property>
  <property fmtid="{D5CDD505-2E9C-101B-9397-08002B2CF9AE}" pid="5" name="Producer">
    <vt:lpwstr>Canva</vt:lpwstr>
  </property>
  <property fmtid="{D5CDD505-2E9C-101B-9397-08002B2CF9AE}" pid="6" name="ICV">
    <vt:lpwstr>13FE2CE068294B72905EB31FFE16443B_12</vt:lpwstr>
  </property>
  <property fmtid="{D5CDD505-2E9C-101B-9397-08002B2CF9AE}" pid="7" name="KSOProductBuildVer">
    <vt:lpwstr>2057-12.2.0.23206</vt:lpwstr>
  </property>
</Properties>
</file>